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h3l1rh15PpsqarV8vmAFowQDv4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vs UDP &amp; Network Congestion Control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Connection Types, Reliability, and Congestion Management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Differences Between TCP and UDP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TCP: Connectionoriented, ensures reliability.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UDP: Connectionless, faster but less reliable.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TCP: Implements Flow &amp; Congestion Control.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UDP: No Flow or Congestion Control.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Transmission in TCP vs UDP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TCP: Sends data as a stream of bytes, maintains order.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UDP: Sends discrete packets (datagrams), no sequencing.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TCP Uses: Web Browsing, Email, File Transfer.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UDP Uses: Online Gaming, VoIP, Video Streaming.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Congestion Overview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Definition: Congestion occurs when data exceeds network capacity.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Effects: Increased Latency, Packet Loss, Reduced Throughput.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Causes: High User Demand, Insufficient Bandwidth, Poor Network Configuration.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to End Congestion Control Procedure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Connection Establishment: Uses TCP Three Way Handshake.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Initial Transmission: Sends data with a small congestion window.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Monitoring Feedback: Uses ACKs for delivery verification.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Adjusting Transmission Rate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Slow Start: Exponential window size increase.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Congestion Avoidance: Linear growth to prevent overload.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 Retransmit: Resends packets upon duplicate ACKs.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Fast Recovery: Reduces congestion window after loss detection.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Assisted Congestion Control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Packet Transmission: Network elements (routers) monitor traffic.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Network Monitoring: Routers track queue lengths and congestion.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Explicit Congestion Notification (ECN): Marks packets instead of dropping them.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27" name="Google Shape;12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TCP vs UDP: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TCP is reliable but slower.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UDP is faster but less reliable.</a:t>
            </a:r>
            <a:endParaRPr/>
          </a:p>
          <a:p>
            <a:pPr indent="-327660" lvl="0" marL="34290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Network Congestion: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Affects performance, leading to delays and packet loss.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Congestion Control Strategies: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TCP uses end to end congestion control.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Routers assist in network assisted congestion control.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