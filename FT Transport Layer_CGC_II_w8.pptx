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media/image1.png" ContentType="image/png"/>
  <Override PartName="/ppt/media/image2.png" ContentType="image/png"/>
  <Override PartName="/ppt/media/image4.jpeg" ContentType="image/jpeg"/>
  <Override PartName="/ppt/media/image3.jpeg" ContentType="image/jpe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jpeg" ContentType="image/jpeg"/>
  <Override PartName="/ppt/media/image15.png" ContentType="image/png"/>
  <Override PartName="/ppt/media/image16.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D622EC7-8719-4852-BA7C-AF2349A0A17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83E1798-C37F-4966-BC48-EEAA8FADBA6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7AEA76F2-D559-479B-8634-0E4D4C92E442}"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Alt.">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E9994DF3-33F4-4A22-8406-BA8F39A4C5F3}"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icture, and Caption">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4E02AC09-FB47-4BFB-9206-BF7502EBF236}"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s with Caption">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3D35DB5-F28E-4061-979A-B9FB619992C6}"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8A37B42C-66ED-4648-BDCA-80FCA202AEEE}"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4A1F72DC-EB7E-4177-8753-807AE63496BD}"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0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2400" strike="noStrike" u="none">
              <a:solidFill>
                <a:schemeClr val="dk1">
                  <a:lumMod val="85000"/>
                  <a:lumOff val="15000"/>
                </a:schemeClr>
              </a:solidFill>
              <a:uFillTx/>
              <a:latin typeface="Calibri"/>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E2240AC2-07E8-4ED9-B077-9295AA5096DA}" type="slidenum">
              <a:t>&lt;#&gt;</a:t>
            </a:fld>
          </a:p>
        </p:txBody>
      </p:sp>
      <p:sp>
        <p:nvSpPr>
          <p:cNvPr id="6" name="PlaceHolder 5"/>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with Picture">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5347F69-453E-4110-9FE5-82319B601FE2}"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65243C37-54D4-40E1-90EC-D72890AF0252}"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with Picture">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C4C54D37-C425-43DE-901C-2E317E9C4353}" type="slidenum">
              <a:t>&lt;#&gt;</a:t>
            </a:fld>
          </a:p>
        </p:txBody>
      </p:sp>
      <p:sp>
        <p:nvSpPr>
          <p:cNvPr id="4" name="PlaceHolder 3"/>
          <p:cNvSpPr>
            <a:spLocks noGrp="1"/>
          </p:cNvSpPr>
          <p:nvPr>
            <p:ph type="dt" idx="34"/>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4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2400" strike="noStrike" u="none">
              <a:solidFill>
                <a:schemeClr val="dk1">
                  <a:lumMod val="85000"/>
                  <a:lumOff val="15000"/>
                </a:schemeClr>
              </a:solidFill>
              <a:uFillTx/>
              <a:latin typeface="Calibri"/>
            </a:endParaRPr>
          </a:p>
        </p:txBody>
      </p:sp>
      <p:sp>
        <p:nvSpPr>
          <p:cNvPr id="14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2400" strike="noStrike" u="none">
              <a:solidFill>
                <a:schemeClr val="dk1">
                  <a:lumMod val="85000"/>
                  <a:lumOff val="15000"/>
                </a:schemeClr>
              </a:solidFill>
              <a:uFillTx/>
              <a:latin typeface="Calibri"/>
            </a:endParaRPr>
          </a:p>
        </p:txBody>
      </p:sp>
      <p:sp>
        <p:nvSpPr>
          <p:cNvPr id="5" name="PlaceHolder 4"/>
          <p:cNvSpPr>
            <a:spLocks noGrp="1"/>
          </p:cNvSpPr>
          <p:nvPr>
            <p:ph type="ftr" idx="38"/>
          </p:nvPr>
        </p:nvSpPr>
        <p:spPr/>
        <p:txBody>
          <a:bodyPr/>
          <a:p>
            <a:r>
              <a:t>Footer</a:t>
            </a:r>
          </a:p>
        </p:txBody>
      </p:sp>
      <p:sp>
        <p:nvSpPr>
          <p:cNvPr id="6" name="PlaceHolder 5"/>
          <p:cNvSpPr>
            <a:spLocks noGrp="1"/>
          </p:cNvSpPr>
          <p:nvPr>
            <p:ph type="sldNum" idx="39"/>
          </p:nvPr>
        </p:nvSpPr>
        <p:spPr/>
        <p:txBody>
          <a:bodyPr/>
          <a:p>
            <a:fld id="{47E059A2-AC1E-4FAD-8AA8-1C881A57A2EC}" type="slidenum">
              <a:t>&lt;#&gt;</a:t>
            </a:fld>
          </a:p>
        </p:txBody>
      </p:sp>
      <p:sp>
        <p:nvSpPr>
          <p:cNvPr id="7" name="PlaceHolder 6"/>
          <p:cNvSpPr>
            <a:spLocks noGrp="1"/>
          </p:cNvSpPr>
          <p:nvPr>
            <p:ph type="dt" idx="37"/>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p>
            <a:r>
              <a:t>Footer</a:t>
            </a:r>
          </a:p>
        </p:txBody>
      </p:sp>
      <p:sp>
        <p:nvSpPr>
          <p:cNvPr id="3" name="PlaceHolder 2"/>
          <p:cNvSpPr>
            <a:spLocks noGrp="1"/>
          </p:cNvSpPr>
          <p:nvPr>
            <p:ph type="sldNum" idx="42"/>
          </p:nvPr>
        </p:nvSpPr>
        <p:spPr/>
        <p:txBody>
          <a:bodyPr/>
          <a:p>
            <a:fld id="{E0B5067F-F5E8-4A0A-BA40-28BB29DD71DC}" type="slidenum">
              <a:t>&lt;#&gt;</a:t>
            </a:fld>
          </a:p>
        </p:txBody>
      </p:sp>
      <p:sp>
        <p:nvSpPr>
          <p:cNvPr id="4" name="PlaceHolder 3"/>
          <p:cNvSpPr>
            <a:spLocks noGrp="1"/>
          </p:cNvSpPr>
          <p:nvPr>
            <p:ph type="dt" idx="40"/>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3" name="PlaceHolder 2"/>
          <p:cNvSpPr>
            <a:spLocks noGrp="1"/>
          </p:cNvSpPr>
          <p:nvPr>
            <p:ph type="ftr" idx="44"/>
          </p:nvPr>
        </p:nvSpPr>
        <p:spPr/>
        <p:txBody>
          <a:bodyPr/>
          <a:p>
            <a:r>
              <a:t>Footer</a:t>
            </a:r>
          </a:p>
        </p:txBody>
      </p:sp>
      <p:sp>
        <p:nvSpPr>
          <p:cNvPr id="4" name="PlaceHolder 3"/>
          <p:cNvSpPr>
            <a:spLocks noGrp="1"/>
          </p:cNvSpPr>
          <p:nvPr>
            <p:ph type="sldNum" idx="45"/>
          </p:nvPr>
        </p:nvSpPr>
        <p:spPr/>
        <p:txBody>
          <a:bodyPr/>
          <a:p>
            <a:fld id="{5D966295-A203-49CF-BDA7-9F3476A7A733}" type="slidenum">
              <a:t>&lt;#&gt;</a:t>
            </a:fld>
          </a:p>
        </p:txBody>
      </p:sp>
      <p:sp>
        <p:nvSpPr>
          <p:cNvPr id="5" name="PlaceHolder 4"/>
          <p:cNvSpPr>
            <a:spLocks noGrp="1"/>
          </p:cNvSpPr>
          <p:nvPr>
            <p:ph type="dt" idx="4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8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trike="noStrike" u="none">
              <a:solidFill>
                <a:srgbClr val="000000"/>
              </a:solidFill>
              <a:uFillTx/>
              <a:latin typeface="Arial"/>
            </a:endParaRPr>
          </a:p>
        </p:txBody>
      </p:sp>
      <p:sp>
        <p:nvSpPr>
          <p:cNvPr id="4" name="PlaceHolder 3"/>
          <p:cNvSpPr>
            <a:spLocks noGrp="1"/>
          </p:cNvSpPr>
          <p:nvPr>
            <p:ph type="ftr" idx="47"/>
          </p:nvPr>
        </p:nvSpPr>
        <p:spPr/>
        <p:txBody>
          <a:bodyPr/>
          <a:p>
            <a:r>
              <a:t>Footer</a:t>
            </a:r>
          </a:p>
        </p:txBody>
      </p:sp>
      <p:sp>
        <p:nvSpPr>
          <p:cNvPr id="5" name="PlaceHolder 4"/>
          <p:cNvSpPr>
            <a:spLocks noGrp="1"/>
          </p:cNvSpPr>
          <p:nvPr>
            <p:ph type="dt" idx="4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Blank">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dt" idx="4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Blank">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dt" idx="4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8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2400" strike="noStrike" u="none">
              <a:solidFill>
                <a:schemeClr val="dk1">
                  <a:lumMod val="85000"/>
                  <a:lumOff val="15000"/>
                </a:schemeClr>
              </a:solidFill>
              <a:uFillTx/>
              <a:latin typeface="Calibri"/>
            </a:endParaRPr>
          </a:p>
        </p:txBody>
      </p:sp>
      <p:sp>
        <p:nvSpPr>
          <p:cNvPr id="4" name="PlaceHolder 3"/>
          <p:cNvSpPr>
            <a:spLocks noGrp="1"/>
          </p:cNvSpPr>
          <p:nvPr>
            <p:ph type="ftr" idx="47"/>
          </p:nvPr>
        </p:nvSpPr>
        <p:spPr/>
        <p:txBody>
          <a:bodyPr/>
          <a:p>
            <a:r>
              <a:t>Footer</a:t>
            </a:r>
          </a:p>
        </p:txBody>
      </p:sp>
      <p:sp>
        <p:nvSpPr>
          <p:cNvPr id="5" name="PlaceHolder 4"/>
          <p:cNvSpPr>
            <a:spLocks noGrp="1"/>
          </p:cNvSpPr>
          <p:nvPr>
            <p:ph type="dt" idx="4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ank">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3" name="PlaceHolder 2"/>
          <p:cNvSpPr>
            <a:spLocks noGrp="1"/>
          </p:cNvSpPr>
          <p:nvPr>
            <p:ph type="ftr" idx="47"/>
          </p:nvPr>
        </p:nvSpPr>
        <p:spPr/>
        <p:txBody>
          <a:bodyPr/>
          <a:p>
            <a:r>
              <a:t>Footer</a:t>
            </a:r>
          </a:p>
        </p:txBody>
      </p:sp>
      <p:sp>
        <p:nvSpPr>
          <p:cNvPr id="4" name="PlaceHolder 3"/>
          <p:cNvSpPr>
            <a:spLocks noGrp="1"/>
          </p:cNvSpPr>
          <p:nvPr>
            <p:ph type="dt" idx="4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Blank">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en-US" sz="1800" strike="noStrike" u="none">
              <a:solidFill>
                <a:schemeClr val="dk1"/>
              </a:solidFill>
              <a:uFillTx/>
              <a:latin typeface="Calibri"/>
            </a:endParaRPr>
          </a:p>
        </p:txBody>
      </p:sp>
      <p:sp>
        <p:nvSpPr>
          <p:cNvPr id="18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2400" strike="noStrike" u="none">
              <a:solidFill>
                <a:schemeClr val="dk1">
                  <a:lumMod val="85000"/>
                  <a:lumOff val="15000"/>
                </a:schemeClr>
              </a:solidFill>
              <a:uFillTx/>
              <a:latin typeface="Calibri"/>
            </a:endParaRPr>
          </a:p>
        </p:txBody>
      </p:sp>
      <p:sp>
        <p:nvSpPr>
          <p:cNvPr id="18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2400" strike="noStrike" u="none">
              <a:solidFill>
                <a:schemeClr val="dk1">
                  <a:lumMod val="85000"/>
                  <a:lumOff val="15000"/>
                </a:schemeClr>
              </a:solidFill>
              <a:uFillTx/>
              <a:latin typeface="Calibri"/>
            </a:endParaRPr>
          </a:p>
        </p:txBody>
      </p:sp>
      <p:sp>
        <p:nvSpPr>
          <p:cNvPr id="5" name="PlaceHolder 4"/>
          <p:cNvSpPr>
            <a:spLocks noGrp="1"/>
          </p:cNvSpPr>
          <p:nvPr>
            <p:ph type="ftr" idx="47"/>
          </p:nvPr>
        </p:nvSpPr>
        <p:spPr/>
        <p:txBody>
          <a:bodyPr/>
          <a:p>
            <a:r>
              <a:t>Footer</a:t>
            </a:r>
          </a:p>
        </p:txBody>
      </p:sp>
      <p:sp>
        <p:nvSpPr>
          <p:cNvPr id="6" name="PlaceHolder 5"/>
          <p:cNvSpPr>
            <a:spLocks noGrp="1"/>
          </p:cNvSpPr>
          <p:nvPr>
            <p:ph type="dt" idx="4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2.png"/><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1" name="PlaceHolder 2"/>
          <p:cNvSpPr>
            <a:spLocks noGrp="1"/>
          </p:cNvSpPr>
          <p:nvPr>
            <p:ph type="ftr" idx="2"/>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2" name="PlaceHolder 3"/>
          <p:cNvSpPr>
            <a:spLocks noGrp="1"/>
          </p:cNvSpPr>
          <p:nvPr>
            <p:ph type="sldNum" idx="3"/>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045F2A46-56EB-437F-830B-D5B5FA2A18F9}"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
        <p:nvSpPr>
          <p:cNvPr id="3" name="Rectangle 6"/>
          <p:cNvSpPr/>
          <p:nvPr/>
        </p:nvSpPr>
        <p:spPr>
          <a:xfrm>
            <a:off x="284040" y="444600"/>
            <a:ext cx="8573760" cy="1468080"/>
          </a:xfrm>
          <a:prstGeom prst="rect">
            <a:avLst/>
          </a:prstGeom>
          <a:solidFill>
            <a:schemeClr val="tx1">
              <a:lumMod val="85000"/>
              <a:lumOff val="15000"/>
              <a:alpha val="85000"/>
            </a:schemeClr>
          </a:solidFill>
          <a:ln w="0">
            <a:noFill/>
          </a:ln>
        </p:spPr>
        <p:style>
          <a:lnRef idx="0"/>
          <a:fillRef idx="0"/>
          <a:effectRef idx="0"/>
          <a:fontRef idx="minor"/>
        </p:style>
        <p:txBody>
          <a:bodyPr rIns="182880" bIns="365760" anchor="b">
            <a:normAutofit/>
          </a:bodyPr>
          <a:p>
            <a:pPr defTabSz="914400">
              <a:lnSpc>
                <a:spcPct val="100000"/>
              </a:lnSpc>
            </a:pPr>
            <a:endParaRPr b="0" lang="en-US" sz="4200" strike="noStrike" u="none">
              <a:solidFill>
                <a:schemeClr val="lt1"/>
              </a:solidFill>
              <a:uFillTx/>
              <a:latin typeface="Corbel"/>
            </a:endParaRPr>
          </a:p>
        </p:txBody>
      </p:sp>
      <p:grpSp>
        <p:nvGrpSpPr>
          <p:cNvPr id="4" name="Group 16"/>
          <p:cNvGrpSpPr/>
          <p:nvPr/>
        </p:nvGrpSpPr>
        <p:grpSpPr>
          <a:xfrm>
            <a:off x="284040" y="1906560"/>
            <a:ext cx="8575920" cy="137160"/>
            <a:chOff x="284040" y="1906560"/>
            <a:chExt cx="8575920" cy="137160"/>
          </a:xfrm>
        </p:grpSpPr>
        <p:sp>
          <p:nvSpPr>
            <p:cNvPr id="5" name="Rectangle 8"/>
            <p:cNvSpPr/>
            <p:nvPr/>
          </p:nvSpPr>
          <p:spPr>
            <a:xfrm>
              <a:off x="284040" y="190656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6" name="Rectangle 9"/>
            <p:cNvSpPr/>
            <p:nvPr/>
          </p:nvSpPr>
          <p:spPr>
            <a:xfrm>
              <a:off x="3026520" y="190656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7" name="Rectangle 10"/>
            <p:cNvSpPr/>
            <p:nvPr/>
          </p:nvSpPr>
          <p:spPr>
            <a:xfrm>
              <a:off x="4626720" y="190656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8" name="PlaceHolder 4"/>
          <p:cNvSpPr>
            <a:spLocks noGrp="1"/>
          </p:cNvSpPr>
          <p:nvPr>
            <p:ph type="title"/>
          </p:nvPr>
        </p:nvSpPr>
        <p:spPr>
          <a:xfrm>
            <a:off x="421200" y="448920"/>
            <a:ext cx="7808760" cy="1087920"/>
          </a:xfrm>
          <a:prstGeom prst="rect">
            <a:avLst/>
          </a:prstGeom>
          <a:noFill/>
          <a:ln w="0">
            <a:noFill/>
          </a:ln>
        </p:spPr>
        <p:txBody>
          <a:bodyPr lIns="91440" rIns="91440" tIns="45720" bIns="45720" anchor="b">
            <a:normAutofit/>
          </a:bodyPr>
          <a:p>
            <a:pPr indent="0" defTabSz="914400">
              <a:lnSpc>
                <a:spcPts val="4601"/>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9" name="Rectangle 12"/>
          <p:cNvSpPr/>
          <p:nvPr/>
        </p:nvSpPr>
        <p:spPr>
          <a:xfrm>
            <a:off x="284040" y="6226920"/>
            <a:ext cx="8573760" cy="17352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pic>
        <p:nvPicPr>
          <p:cNvPr id="10" name="Picture 2" descr="Image result for AIUB logo"/>
          <p:cNvPicPr/>
          <p:nvPr/>
        </p:nvPicPr>
        <p:blipFill>
          <a:blip r:embed="rId2"/>
          <a:stretch/>
        </p:blipFill>
        <p:spPr>
          <a:xfrm>
            <a:off x="7438680" y="459720"/>
            <a:ext cx="1419120" cy="1428120"/>
          </a:xfrm>
          <a:prstGeom prst="rect">
            <a:avLst/>
          </a:prstGeom>
          <a:noFill/>
          <a:ln w="0">
            <a:noFill/>
          </a:ln>
        </p:spPr>
      </p:pic>
      <p:sp>
        <p:nvSpPr>
          <p:cNvPr id="1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trike="noStrike" u="none">
                <a:solidFill>
                  <a:schemeClr val="dk1">
                    <a:lumMod val="85000"/>
                    <a:lumOff val="15000"/>
                  </a:schemeClr>
                </a:solidFill>
                <a:uFillTx/>
                <a:latin typeface="Calibri"/>
              </a:rPr>
              <a:t>Click to edit the outline text format</a:t>
            </a:r>
            <a:endParaRPr b="0" lang="en-US" sz="2400" strike="noStrike" u="none">
              <a:solidFill>
                <a:schemeClr val="dk1">
                  <a:lumMod val="85000"/>
                  <a:lumOff val="15000"/>
                </a:schemeClr>
              </a:solidFill>
              <a:uFillTx/>
              <a:latin typeface="Calibri"/>
            </a:endParaRPr>
          </a:p>
          <a:p>
            <a:pPr lvl="1" marL="864000" indent="-324000">
              <a:spcBef>
                <a:spcPts val="1134"/>
              </a:spcBef>
              <a:buClr>
                <a:srgbClr val="000000"/>
              </a:buClr>
              <a:buSzPct val="75000"/>
              <a:buFont typeface="Symbol" charset="2"/>
              <a:buChar char=""/>
            </a:pPr>
            <a:r>
              <a:rPr b="0" lang="en-US" sz="2000" strike="noStrike" u="none">
                <a:solidFill>
                  <a:schemeClr val="dk1">
                    <a:lumMod val="85000"/>
                    <a:lumOff val="15000"/>
                  </a:schemeClr>
                </a:solidFill>
                <a:uFillTx/>
                <a:latin typeface="Calibri"/>
              </a:rPr>
              <a:t>Second Outline Level</a:t>
            </a:r>
            <a:endParaRPr b="0" lang="en-US" sz="2000" strike="noStrike" u="none">
              <a:solidFill>
                <a:schemeClr val="dk1">
                  <a:lumMod val="85000"/>
                  <a:lumOff val="15000"/>
                </a:schemeClr>
              </a:solidFill>
              <a:uFillTx/>
              <a:latin typeface="Calibri"/>
            </a:endParaRPr>
          </a:p>
          <a:p>
            <a:pPr lvl="2" marL="1296000" indent="-288000">
              <a:spcBef>
                <a:spcPts val="850"/>
              </a:spcBef>
              <a:buClr>
                <a:srgbClr val="000000"/>
              </a:buClr>
              <a:buSzPct val="45000"/>
              <a:buFont typeface="Wingdings" charset="2"/>
              <a:buChar char=""/>
            </a:pPr>
            <a:r>
              <a:rPr b="0" lang="en-US" sz="1800" strike="noStrike" u="none">
                <a:solidFill>
                  <a:schemeClr val="dk1">
                    <a:lumMod val="85000"/>
                    <a:lumOff val="15000"/>
                  </a:schemeClr>
                </a:solidFill>
                <a:uFillTx/>
                <a:latin typeface="Calibri"/>
              </a:rPr>
              <a:t>Third Outline Level</a:t>
            </a:r>
            <a:endParaRPr b="0" lang="en-US" sz="1800" strike="noStrike" u="none">
              <a:solidFill>
                <a:schemeClr val="dk1">
                  <a:lumMod val="85000"/>
                  <a:lumOff val="15000"/>
                </a:schemeClr>
              </a:solidFill>
              <a:uFillTx/>
              <a:latin typeface="Calibri"/>
            </a:endParaRPr>
          </a:p>
          <a:p>
            <a:pPr lvl="3" marL="1728000" indent="-216000">
              <a:spcBef>
                <a:spcPts val="567"/>
              </a:spcBef>
              <a:buClr>
                <a:srgbClr val="000000"/>
              </a:buClr>
              <a:buSzPct val="75000"/>
              <a:buFont typeface="Symbol" charset="2"/>
              <a:buChar char=""/>
            </a:pPr>
            <a:r>
              <a:rPr b="0" lang="en-US" sz="1800" strike="noStrike" u="none">
                <a:solidFill>
                  <a:schemeClr val="dk1">
                    <a:lumMod val="85000"/>
                    <a:lumOff val="15000"/>
                  </a:schemeClr>
                </a:solidFill>
                <a:uFillTx/>
                <a:latin typeface="Calibri"/>
              </a:rPr>
              <a:t>Fourth Outline Level</a:t>
            </a:r>
            <a:endParaRPr b="0" lang="en-US" sz="1800" strike="noStrike" u="none">
              <a:solidFill>
                <a:schemeClr val="dk1">
                  <a:lumMod val="85000"/>
                  <a:lumOff val="15000"/>
                </a:schemeClr>
              </a:solidFill>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lumMod val="85000"/>
                    <a:lumOff val="15000"/>
                  </a:schemeClr>
                </a:solidFill>
                <a:uFillTx/>
                <a:latin typeface="Calibri"/>
              </a:rPr>
              <a:t>Fifth Outline Level</a:t>
            </a:r>
            <a:endParaRPr b="0" lang="en-US" sz="2000" strike="noStrike" u="none">
              <a:solidFill>
                <a:schemeClr val="dk1">
                  <a:lumMod val="85000"/>
                  <a:lumOff val="15000"/>
                </a:schemeClr>
              </a:solidFill>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lumMod val="85000"/>
                    <a:lumOff val="15000"/>
                  </a:schemeClr>
                </a:solidFill>
                <a:uFillTx/>
                <a:latin typeface="Calibri"/>
              </a:rPr>
              <a:t>Sixth Outline Level</a:t>
            </a:r>
            <a:endParaRPr b="0" lang="en-US" sz="2000" strike="noStrike" u="none">
              <a:solidFill>
                <a:schemeClr val="dk1">
                  <a:lumMod val="85000"/>
                  <a:lumOff val="15000"/>
                </a:schemeClr>
              </a:solidFill>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lumMod val="85000"/>
                    <a:lumOff val="15000"/>
                  </a:schemeClr>
                </a:solidFill>
                <a:uFillTx/>
                <a:latin typeface="Calibri"/>
              </a:rPr>
              <a:t>Seventh Outline Level</a:t>
            </a:r>
            <a:endParaRPr b="0" lang="en-US" sz="2000" strike="noStrike" u="none">
              <a:solidFill>
                <a:schemeClr val="dk1">
                  <a:lumMod val="85000"/>
                  <a:lumOff val="15000"/>
                </a:schemeClr>
              </a:solidFill>
              <a:uFillTx/>
              <a:latin typeface="Calibri"/>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68920" y="1298880"/>
            <a:ext cx="4068720" cy="1161720"/>
          </a:xfrm>
          <a:prstGeom prst="rect">
            <a:avLst/>
          </a:prstGeom>
          <a:noFill/>
          <a:ln w="0">
            <a:noFill/>
          </a:ln>
        </p:spPr>
        <p:txBody>
          <a:bodyPr lIns="91440" rIns="91440" tIns="45720" bIns="45720" anchor="b">
            <a:noAutofit/>
          </a:bodyPr>
          <a:p>
            <a:pPr indent="0" algn="ctr" defTabSz="914400">
              <a:lnSpc>
                <a:spcPct val="100000"/>
              </a:lnSpc>
              <a:buNone/>
            </a:pPr>
            <a:r>
              <a:rPr b="1" lang="fi-FI" sz="3200" strike="noStrike" u="none">
                <a:solidFill>
                  <a:schemeClr val="accent2"/>
                </a:solidFill>
                <a:uFillTx/>
                <a:latin typeface="Corbel"/>
              </a:rPr>
              <a:t>Click to edit Master title style</a:t>
            </a:r>
            <a:endParaRPr b="0" lang="en-US" sz="3200" strike="noStrike" u="none">
              <a:solidFill>
                <a:schemeClr val="dk1"/>
              </a:solidFill>
              <a:uFillTx/>
              <a:latin typeface="Calibri"/>
            </a:endParaRPr>
          </a:p>
        </p:txBody>
      </p:sp>
      <p:sp>
        <p:nvSpPr>
          <p:cNvPr id="15" name="PlaceHolder 2"/>
          <p:cNvSpPr>
            <a:spLocks noGrp="1"/>
          </p:cNvSpPr>
          <p:nvPr>
            <p:ph type="body"/>
          </p:nvPr>
        </p:nvSpPr>
        <p:spPr>
          <a:xfrm>
            <a:off x="4783680" y="914400"/>
            <a:ext cx="4068720" cy="5211360"/>
          </a:xfrm>
          <a:prstGeom prst="rect">
            <a:avLst/>
          </a:prstGeom>
          <a:noFill/>
          <a:ln w="0">
            <a:noFill/>
          </a:ln>
        </p:spPr>
        <p:txBody>
          <a:bodyPr lIns="91440" rIns="91440" tIns="45720" bIns="45720" anchor="t">
            <a:normAutofit/>
          </a:bodyPr>
          <a:p>
            <a:pPr marL="453960" indent="-453960" defTabSz="914400">
              <a:lnSpc>
                <a:spcPct val="100000"/>
              </a:lnSpc>
              <a:spcBef>
                <a:spcPts val="2001"/>
              </a:spcBef>
              <a:buClr>
                <a:srgbClr val="a6a6a6"/>
              </a:buClr>
              <a:buSzPct val="90000"/>
              <a:buFont typeface="Wingdings" charset="2"/>
              <a:buChar char=""/>
            </a:pPr>
            <a:r>
              <a:rPr b="0" lang="fi-FI" sz="2200" strike="noStrike" u="none">
                <a:solidFill>
                  <a:schemeClr val="dk1">
                    <a:lumMod val="85000"/>
                    <a:lumOff val="15000"/>
                  </a:schemeClr>
                </a:solidFill>
                <a:uFillTx/>
                <a:latin typeface="Calibri"/>
              </a:rPr>
              <a:t>Click to edit Master text styles</a:t>
            </a:r>
            <a:endParaRPr b="0" lang="en-US" sz="22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000" strike="noStrike" u="none">
                <a:solidFill>
                  <a:schemeClr val="dk1">
                    <a:lumMod val="85000"/>
                    <a:lumOff val="15000"/>
                  </a:schemeClr>
                </a:solidFill>
                <a:uFillTx/>
                <a:latin typeface="Calibri"/>
              </a:rPr>
              <a:t>Second level</a:t>
            </a:r>
            <a:endParaRPr b="0" lang="en-US" sz="20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Third level</a:t>
            </a:r>
            <a:endParaRPr b="0" lang="en-US" sz="18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16" name="PlaceHolder 3"/>
          <p:cNvSpPr>
            <a:spLocks noGrp="1"/>
          </p:cNvSpPr>
          <p:nvPr>
            <p:ph type="body"/>
          </p:nvPr>
        </p:nvSpPr>
        <p:spPr>
          <a:xfrm>
            <a:off x="268920" y="2456280"/>
            <a:ext cx="4068720" cy="3182040"/>
          </a:xfrm>
          <a:prstGeom prst="rect">
            <a:avLst/>
          </a:prstGeom>
          <a:noFill/>
          <a:ln w="0">
            <a:noFill/>
          </a:ln>
        </p:spPr>
        <p:txBody>
          <a:bodyPr lIns="91440" rIns="91440" tIns="45720" bIns="45720" anchor="t">
            <a:normAutofit/>
          </a:bodyPr>
          <a:p>
            <a:pPr indent="0" algn="ctr" defTabSz="914400">
              <a:lnSpc>
                <a:spcPct val="100000"/>
              </a:lnSpc>
              <a:spcBef>
                <a:spcPts val="601"/>
              </a:spcBef>
              <a:buNone/>
              <a:tabLst>
                <a:tab algn="l" pos="0"/>
              </a:tabLst>
            </a:pPr>
            <a:r>
              <a:rPr b="0" lang="fi-FI" sz="1800" strike="noStrike" u="none">
                <a:solidFill>
                  <a:schemeClr val="dk1">
                    <a:lumMod val="85000"/>
                    <a:lumOff val="15000"/>
                  </a:schemeClr>
                </a:solidFill>
                <a:uFillTx/>
                <a:latin typeface="Calibri"/>
              </a:rPr>
              <a:t>Click to edit Master text styles</a:t>
            </a:r>
            <a:endParaRPr b="0" lang="en-US" sz="1800" strike="noStrike" u="none">
              <a:solidFill>
                <a:schemeClr val="dk1">
                  <a:lumMod val="85000"/>
                  <a:lumOff val="15000"/>
                </a:schemeClr>
              </a:solidFill>
              <a:uFillTx/>
              <a:latin typeface="Calibri"/>
            </a:endParaRPr>
          </a:p>
        </p:txBody>
      </p:sp>
      <p:sp>
        <p:nvSpPr>
          <p:cNvPr id="17" name="PlaceHolder 4"/>
          <p:cNvSpPr>
            <a:spLocks noGrp="1"/>
          </p:cNvSpPr>
          <p:nvPr>
            <p:ph type="dt" idx="4"/>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18" name="PlaceHolder 5"/>
          <p:cNvSpPr>
            <a:spLocks noGrp="1"/>
          </p:cNvSpPr>
          <p:nvPr>
            <p:ph type="ftr" idx="5"/>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19" name="PlaceHolder 6"/>
          <p:cNvSpPr>
            <a:spLocks noGrp="1"/>
          </p:cNvSpPr>
          <p:nvPr>
            <p:ph type="sldNum" idx="6"/>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7B18BF35-EF8D-4F13-9F8A-A30593FBC417}"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grpSp>
        <p:nvGrpSpPr>
          <p:cNvPr id="20" name="Group 7"/>
          <p:cNvGrpSpPr/>
          <p:nvPr/>
        </p:nvGrpSpPr>
        <p:grpSpPr>
          <a:xfrm>
            <a:off x="284040" y="452880"/>
            <a:ext cx="8575920" cy="137160"/>
            <a:chOff x="284040" y="452880"/>
            <a:chExt cx="8575920" cy="137160"/>
          </a:xfrm>
        </p:grpSpPr>
        <p:sp>
          <p:nvSpPr>
            <p:cNvPr id="21" name="Rectangle 8"/>
            <p:cNvSpPr/>
            <p:nvPr/>
          </p:nvSpPr>
          <p:spPr>
            <a:xfrm>
              <a:off x="284040" y="452880"/>
              <a:ext cx="1599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22" name="Rectangle 9"/>
            <p:cNvSpPr/>
            <p:nvPr/>
          </p:nvSpPr>
          <p:spPr>
            <a:xfrm>
              <a:off x="1885320" y="452880"/>
              <a:ext cx="2742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23" name="Rectangle 10"/>
            <p:cNvSpPr/>
            <p:nvPr/>
          </p:nvSpPr>
          <p:spPr>
            <a:xfrm>
              <a:off x="4626720" y="4528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Rectangle 7"/>
          <p:cNvSpPr/>
          <p:nvPr/>
        </p:nvSpPr>
        <p:spPr>
          <a:xfrm>
            <a:off x="284040" y="4801680"/>
            <a:ext cx="8573760" cy="1468080"/>
          </a:xfrm>
          <a:prstGeom prst="rect">
            <a:avLst/>
          </a:prstGeom>
          <a:solidFill>
            <a:schemeClr val="tx1">
              <a:lumMod val="85000"/>
              <a:lumOff val="15000"/>
              <a:alpha val="85000"/>
            </a:schemeClr>
          </a:solidFill>
          <a:ln w="0">
            <a:noFill/>
          </a:ln>
        </p:spPr>
        <p:style>
          <a:lnRef idx="0"/>
          <a:fillRef idx="0"/>
          <a:effectRef idx="0"/>
          <a:fontRef idx="minor"/>
        </p:style>
        <p:txBody>
          <a:bodyPr rIns="182880" bIns="365760" anchor="b">
            <a:normAutofit/>
          </a:bodyPr>
          <a:p>
            <a:pPr defTabSz="914400">
              <a:lnSpc>
                <a:spcPct val="100000"/>
              </a:lnSpc>
            </a:pPr>
            <a:endParaRPr b="0" lang="en-US" sz="4200" strike="noStrike" u="none">
              <a:solidFill>
                <a:schemeClr val="lt1"/>
              </a:solidFill>
              <a:uFillTx/>
              <a:latin typeface="Corbel"/>
            </a:endParaRPr>
          </a:p>
        </p:txBody>
      </p:sp>
      <p:grpSp>
        <p:nvGrpSpPr>
          <p:cNvPr id="25" name="Group 8"/>
          <p:cNvGrpSpPr/>
          <p:nvPr/>
        </p:nvGrpSpPr>
        <p:grpSpPr>
          <a:xfrm>
            <a:off x="284040" y="6263280"/>
            <a:ext cx="8575920" cy="137160"/>
            <a:chOff x="284040" y="6263280"/>
            <a:chExt cx="8575920" cy="137160"/>
          </a:xfrm>
        </p:grpSpPr>
        <p:sp>
          <p:nvSpPr>
            <p:cNvPr id="26" name="Rectangle 9"/>
            <p:cNvSpPr/>
            <p:nvPr/>
          </p:nvSpPr>
          <p:spPr>
            <a:xfrm>
              <a:off x="284040" y="626328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27" name="Rectangle 10"/>
            <p:cNvSpPr/>
            <p:nvPr/>
          </p:nvSpPr>
          <p:spPr>
            <a:xfrm>
              <a:off x="3026520" y="626328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28" name="Rectangle 11"/>
            <p:cNvSpPr/>
            <p:nvPr/>
          </p:nvSpPr>
          <p:spPr>
            <a:xfrm>
              <a:off x="4626720" y="62632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29" name="PlaceHolder 1"/>
          <p:cNvSpPr>
            <a:spLocks noGrp="1"/>
          </p:cNvSpPr>
          <p:nvPr>
            <p:ph type="title"/>
          </p:nvPr>
        </p:nvSpPr>
        <p:spPr>
          <a:xfrm>
            <a:off x="363240" y="4800600"/>
            <a:ext cx="8359920" cy="566280"/>
          </a:xfrm>
          <a:prstGeom prst="rect">
            <a:avLst/>
          </a:prstGeom>
          <a:noFill/>
          <a:ln w="0">
            <a:noFill/>
          </a:ln>
        </p:spPr>
        <p:txBody>
          <a:bodyPr lIns="91440" rIns="91440" tIns="45720" bIns="45720" anchor="b">
            <a:normAutofit/>
          </a:bodyPr>
          <a:p>
            <a:pPr indent="0" defTabSz="914400">
              <a:lnSpc>
                <a:spcPct val="100000"/>
              </a:lnSpc>
              <a:buNone/>
            </a:pPr>
            <a:r>
              <a:rPr b="0" lang="fi-FI" sz="2800" strike="noStrike" u="none">
                <a:solidFill>
                  <a:schemeClr val="lt1"/>
                </a:solidFill>
                <a:uFillTx/>
                <a:latin typeface="Corbel"/>
              </a:rPr>
              <a:t>Click to edit Master title style</a:t>
            </a:r>
            <a:endParaRPr b="0" lang="en-US" sz="2800" strike="noStrike" u="none">
              <a:solidFill>
                <a:schemeClr val="dk1"/>
              </a:solidFill>
              <a:uFillTx/>
              <a:latin typeface="Calibri"/>
            </a:endParaRPr>
          </a:p>
        </p:txBody>
      </p:sp>
      <p:sp>
        <p:nvSpPr>
          <p:cNvPr id="30" name="PlaceHolder 2"/>
          <p:cNvSpPr>
            <a:spLocks noGrp="1"/>
          </p:cNvSpPr>
          <p:nvPr>
            <p:ph type="body"/>
          </p:nvPr>
        </p:nvSpPr>
        <p:spPr>
          <a:xfrm>
            <a:off x="284040" y="457200"/>
            <a:ext cx="8576640" cy="435204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fi-FI" sz="3200" strike="noStrike" u="none">
                <a:solidFill>
                  <a:schemeClr val="dk1"/>
                </a:solidFill>
                <a:uFillTx/>
                <a:latin typeface="Calibri"/>
              </a:rPr>
              <a:t>Drag picture to placeholder or click icon to add</a:t>
            </a:r>
            <a:endParaRPr b="0" lang="en-US" sz="3200" strike="noStrike" u="none">
              <a:solidFill>
                <a:schemeClr val="dk1">
                  <a:lumMod val="85000"/>
                  <a:lumOff val="15000"/>
                </a:schemeClr>
              </a:solidFill>
              <a:uFillTx/>
              <a:latin typeface="Calibri"/>
            </a:endParaRPr>
          </a:p>
        </p:txBody>
      </p:sp>
      <p:sp>
        <p:nvSpPr>
          <p:cNvPr id="31" name="PlaceHolder 3"/>
          <p:cNvSpPr>
            <a:spLocks noGrp="1"/>
          </p:cNvSpPr>
          <p:nvPr>
            <p:ph type="body"/>
          </p:nvPr>
        </p:nvSpPr>
        <p:spPr>
          <a:xfrm>
            <a:off x="419040" y="5367240"/>
            <a:ext cx="8303760" cy="8046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fi-FI" sz="1400" strike="noStrike" u="none">
                <a:solidFill>
                  <a:schemeClr val="lt1"/>
                </a:solidFill>
                <a:uFillTx/>
                <a:latin typeface="Calibri"/>
              </a:rPr>
              <a:t>Click to edit Master text styles</a:t>
            </a:r>
            <a:endParaRPr b="0" lang="en-US" sz="1400" strike="noStrike" u="none">
              <a:solidFill>
                <a:schemeClr val="dk1">
                  <a:lumMod val="85000"/>
                  <a:lumOff val="15000"/>
                </a:schemeClr>
              </a:solidFill>
              <a:uFillTx/>
              <a:latin typeface="Calibri"/>
            </a:endParaRPr>
          </a:p>
        </p:txBody>
      </p:sp>
      <p:sp>
        <p:nvSpPr>
          <p:cNvPr id="32" name="PlaceHolder 4"/>
          <p:cNvSpPr>
            <a:spLocks noGrp="1"/>
          </p:cNvSpPr>
          <p:nvPr>
            <p:ph type="dt" idx="7"/>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33" name="PlaceHolder 5"/>
          <p:cNvSpPr>
            <a:spLocks noGrp="1"/>
          </p:cNvSpPr>
          <p:nvPr>
            <p:ph type="ftr" idx="8"/>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34" name="PlaceHolder 6"/>
          <p:cNvSpPr>
            <a:spLocks noGrp="1"/>
          </p:cNvSpPr>
          <p:nvPr>
            <p:ph type="sldNum" idx="9"/>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F8F21D9B-F056-4527-BC98-614994568830}"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5" name="Group 8"/>
          <p:cNvGrpSpPr/>
          <p:nvPr/>
        </p:nvGrpSpPr>
        <p:grpSpPr>
          <a:xfrm>
            <a:off x="284040" y="4280760"/>
            <a:ext cx="8575920" cy="137160"/>
            <a:chOff x="284040" y="4280760"/>
            <a:chExt cx="8575920" cy="137160"/>
          </a:xfrm>
        </p:grpSpPr>
        <p:sp>
          <p:nvSpPr>
            <p:cNvPr id="36" name="Rectangle 9"/>
            <p:cNvSpPr/>
            <p:nvPr/>
          </p:nvSpPr>
          <p:spPr>
            <a:xfrm>
              <a:off x="284040" y="428076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7" name="Rectangle 10"/>
            <p:cNvSpPr/>
            <p:nvPr/>
          </p:nvSpPr>
          <p:spPr>
            <a:xfrm>
              <a:off x="3026520" y="428076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38" name="Rectangle 11"/>
            <p:cNvSpPr/>
            <p:nvPr/>
          </p:nvSpPr>
          <p:spPr>
            <a:xfrm>
              <a:off x="4626720" y="428076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39" name="PlaceHolder 1"/>
          <p:cNvSpPr>
            <a:spLocks noGrp="1"/>
          </p:cNvSpPr>
          <p:nvPr>
            <p:ph type="title"/>
          </p:nvPr>
        </p:nvSpPr>
        <p:spPr>
          <a:xfrm>
            <a:off x="363240" y="4778280"/>
            <a:ext cx="8359920" cy="566280"/>
          </a:xfrm>
          <a:prstGeom prst="rect">
            <a:avLst/>
          </a:prstGeom>
          <a:noFill/>
          <a:ln w="0">
            <a:noFill/>
          </a:ln>
        </p:spPr>
        <p:txBody>
          <a:bodyPr lIns="91440" rIns="91440" tIns="45720" bIns="45720" anchor="b">
            <a:normAutofit/>
          </a:bodyPr>
          <a:p>
            <a:pPr indent="0" defTabSz="914400">
              <a:lnSpc>
                <a:spcPct val="100000"/>
              </a:lnSpc>
              <a:buNone/>
            </a:pPr>
            <a:r>
              <a:rPr b="0" lang="fi-FI" sz="2800" strike="noStrike" u="none">
                <a:solidFill>
                  <a:schemeClr val="accent2"/>
                </a:solidFill>
                <a:uFillTx/>
                <a:latin typeface="Corbel"/>
              </a:rPr>
              <a:t>Click to edit Master title style</a:t>
            </a:r>
            <a:endParaRPr b="0" lang="en-US" sz="2800" strike="noStrike" u="none">
              <a:solidFill>
                <a:schemeClr val="dk1"/>
              </a:solidFill>
              <a:uFillTx/>
              <a:latin typeface="Calibri"/>
            </a:endParaRPr>
          </a:p>
        </p:txBody>
      </p:sp>
      <p:sp>
        <p:nvSpPr>
          <p:cNvPr id="40" name="PlaceHolder 2"/>
          <p:cNvSpPr>
            <a:spLocks noGrp="1"/>
          </p:cNvSpPr>
          <p:nvPr>
            <p:ph type="body"/>
          </p:nvPr>
        </p:nvSpPr>
        <p:spPr>
          <a:xfrm>
            <a:off x="284040" y="457200"/>
            <a:ext cx="8576640" cy="3821760"/>
          </a:xfrm>
          <a:prstGeom prst="rect">
            <a:avLst/>
          </a:prstGeom>
          <a:noFill/>
          <a:ln w="0">
            <a:noFill/>
          </a:ln>
        </p:spPr>
        <p:txBody>
          <a:bodyPr lIns="90000" rIns="90000" tIns="45000" bIns="45000" anchor="t">
            <a:noAutofit/>
          </a:bodyPr>
          <a:p>
            <a:pPr indent="0" defTabSz="914400">
              <a:lnSpc>
                <a:spcPct val="100000"/>
              </a:lnSpc>
              <a:buNone/>
              <a:tabLst>
                <a:tab algn="l" pos="0"/>
              </a:tabLst>
            </a:pPr>
            <a:r>
              <a:rPr b="0" lang="fi-FI" sz="3200" strike="noStrike" u="none">
                <a:solidFill>
                  <a:schemeClr val="dk1"/>
                </a:solidFill>
                <a:uFillTx/>
                <a:latin typeface="Calibri"/>
              </a:rPr>
              <a:t>Drag picture to placeholder or click icon to add</a:t>
            </a:r>
            <a:endParaRPr b="0" lang="en-US" sz="3200" strike="noStrike" u="none">
              <a:solidFill>
                <a:schemeClr val="dk1">
                  <a:lumMod val="85000"/>
                  <a:lumOff val="15000"/>
                </a:schemeClr>
              </a:solidFill>
              <a:uFillTx/>
              <a:latin typeface="Calibri"/>
            </a:endParaRPr>
          </a:p>
        </p:txBody>
      </p:sp>
      <p:sp>
        <p:nvSpPr>
          <p:cNvPr id="41" name="PlaceHolder 3"/>
          <p:cNvSpPr>
            <a:spLocks noGrp="1"/>
          </p:cNvSpPr>
          <p:nvPr>
            <p:ph type="body"/>
          </p:nvPr>
        </p:nvSpPr>
        <p:spPr>
          <a:xfrm>
            <a:off x="419040" y="5344920"/>
            <a:ext cx="8303760" cy="8046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fi-FI" sz="1400" strike="noStrike" u="none">
                <a:solidFill>
                  <a:schemeClr val="dk1">
                    <a:lumMod val="85000"/>
                    <a:lumOff val="15000"/>
                  </a:schemeClr>
                </a:solidFill>
                <a:uFillTx/>
                <a:latin typeface="Calibri"/>
              </a:rPr>
              <a:t>Click to edit Master text styles</a:t>
            </a:r>
            <a:endParaRPr b="0" lang="en-US" sz="1400" strike="noStrike" u="none">
              <a:solidFill>
                <a:schemeClr val="dk1">
                  <a:lumMod val="85000"/>
                  <a:lumOff val="15000"/>
                </a:schemeClr>
              </a:solidFill>
              <a:uFillTx/>
              <a:latin typeface="Calibri"/>
            </a:endParaRPr>
          </a:p>
        </p:txBody>
      </p:sp>
      <p:sp>
        <p:nvSpPr>
          <p:cNvPr id="42" name="PlaceHolder 4"/>
          <p:cNvSpPr>
            <a:spLocks noGrp="1"/>
          </p:cNvSpPr>
          <p:nvPr>
            <p:ph type="dt" idx="10"/>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43" name="PlaceHolder 5"/>
          <p:cNvSpPr>
            <a:spLocks noGrp="1"/>
          </p:cNvSpPr>
          <p:nvPr>
            <p:ph type="ftr" idx="11"/>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44" name="PlaceHolder 6"/>
          <p:cNvSpPr>
            <a:spLocks noGrp="1"/>
          </p:cNvSpPr>
          <p:nvPr>
            <p:ph type="sldNum" idx="12"/>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5DBC64BB-5B70-43DC-877D-F6C2763AF92B}"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3657600" y="914400"/>
            <a:ext cx="5194800" cy="5211360"/>
          </a:xfrm>
          <a:prstGeom prst="rect">
            <a:avLst/>
          </a:prstGeom>
          <a:noFill/>
          <a:ln w="0">
            <a:noFill/>
          </a:ln>
        </p:spPr>
        <p:txBody>
          <a:bodyPr lIns="91440" rIns="91440" tIns="45720" bIns="45720" anchor="t">
            <a:normAutofit/>
          </a:bodyPr>
          <a:p>
            <a:pPr marL="453960" indent="-453960" defTabSz="914400">
              <a:lnSpc>
                <a:spcPct val="100000"/>
              </a:lnSpc>
              <a:spcBef>
                <a:spcPts val="2001"/>
              </a:spcBef>
              <a:buClr>
                <a:srgbClr val="a6a6a6"/>
              </a:buClr>
              <a:buSzPct val="90000"/>
              <a:buFont typeface="Wingdings" charset="2"/>
              <a:buChar char=""/>
            </a:pPr>
            <a:r>
              <a:rPr b="0" lang="fi-FI" sz="2200" strike="noStrike" u="none">
                <a:solidFill>
                  <a:schemeClr val="dk1">
                    <a:lumMod val="85000"/>
                    <a:lumOff val="15000"/>
                  </a:schemeClr>
                </a:solidFill>
                <a:uFillTx/>
                <a:latin typeface="Calibri"/>
              </a:rPr>
              <a:t>Click to edit Master text styles</a:t>
            </a:r>
            <a:endParaRPr b="0" lang="en-US" sz="22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000" strike="noStrike" u="none">
                <a:solidFill>
                  <a:schemeClr val="dk1">
                    <a:lumMod val="85000"/>
                    <a:lumOff val="15000"/>
                  </a:schemeClr>
                </a:solidFill>
                <a:uFillTx/>
                <a:latin typeface="Calibri"/>
              </a:rPr>
              <a:t>Second level</a:t>
            </a:r>
            <a:endParaRPr b="0" lang="en-US" sz="20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Third level</a:t>
            </a:r>
            <a:endParaRPr b="0" lang="en-US" sz="18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46" name="PlaceHolder 2"/>
          <p:cNvSpPr>
            <a:spLocks noGrp="1"/>
          </p:cNvSpPr>
          <p:nvPr>
            <p:ph type="dt" idx="13"/>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47" name="PlaceHolder 3"/>
          <p:cNvSpPr>
            <a:spLocks noGrp="1"/>
          </p:cNvSpPr>
          <p:nvPr>
            <p:ph type="ftr" idx="14"/>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48" name="PlaceHolder 4"/>
          <p:cNvSpPr>
            <a:spLocks noGrp="1"/>
          </p:cNvSpPr>
          <p:nvPr>
            <p:ph type="sldNum" idx="15"/>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36678DA1-8D38-4111-A66B-4AAB5B54DC5F}"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
        <p:nvSpPr>
          <p:cNvPr id="49" name="Rectangle 11"/>
          <p:cNvSpPr/>
          <p:nvPr/>
        </p:nvSpPr>
        <p:spPr>
          <a:xfrm>
            <a:off x="284040" y="4267080"/>
            <a:ext cx="2742840" cy="2119680"/>
          </a:xfrm>
          <a:prstGeom prst="rect">
            <a:avLst/>
          </a:prstGeom>
          <a:solidFill>
            <a:schemeClr val="tx1">
              <a:lumMod val="85000"/>
              <a:lumOff val="15000"/>
              <a:alpha val="85000"/>
            </a:schemeClr>
          </a:solidFill>
          <a:ln w="0">
            <a:noFill/>
          </a:ln>
        </p:spPr>
        <p:style>
          <a:lnRef idx="0"/>
          <a:fillRef idx="0"/>
          <a:effectRef idx="0"/>
          <a:fontRef idx="minor"/>
        </p:style>
        <p:txBody>
          <a:bodyPr rIns="182880" bIns="365760" anchor="b">
            <a:normAutofit/>
          </a:bodyPr>
          <a:p>
            <a:pPr defTabSz="914400">
              <a:lnSpc>
                <a:spcPct val="100000"/>
              </a:lnSpc>
            </a:pPr>
            <a:endParaRPr b="0" lang="en-US" sz="4200" strike="noStrike" u="none">
              <a:solidFill>
                <a:schemeClr val="lt1"/>
              </a:solidFill>
              <a:uFillTx/>
              <a:latin typeface="Corbel"/>
            </a:endParaRPr>
          </a:p>
        </p:txBody>
      </p:sp>
      <p:sp>
        <p:nvSpPr>
          <p:cNvPr id="50" name="PlaceHolder 5"/>
          <p:cNvSpPr>
            <a:spLocks noGrp="1"/>
          </p:cNvSpPr>
          <p:nvPr>
            <p:ph type="body"/>
          </p:nvPr>
        </p:nvSpPr>
        <p:spPr>
          <a:xfrm>
            <a:off x="419040" y="4952880"/>
            <a:ext cx="2471760" cy="124560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fi-FI" sz="1400" strike="noStrike" u="none">
                <a:solidFill>
                  <a:schemeClr val="lt1"/>
                </a:solidFill>
                <a:uFillTx/>
                <a:latin typeface="Calibri"/>
              </a:rPr>
              <a:t>Click to edit Master text styles</a:t>
            </a:r>
            <a:endParaRPr b="0" lang="en-US" sz="1400" strike="noStrike" u="none">
              <a:solidFill>
                <a:schemeClr val="dk1">
                  <a:lumMod val="85000"/>
                  <a:lumOff val="15000"/>
                </a:schemeClr>
              </a:solidFill>
              <a:uFillTx/>
              <a:latin typeface="Calibri"/>
            </a:endParaRPr>
          </a:p>
        </p:txBody>
      </p:sp>
      <p:sp>
        <p:nvSpPr>
          <p:cNvPr id="51" name="PlaceHolder 6"/>
          <p:cNvSpPr>
            <a:spLocks noGrp="1"/>
          </p:cNvSpPr>
          <p:nvPr>
            <p:ph type="title"/>
          </p:nvPr>
        </p:nvSpPr>
        <p:spPr>
          <a:xfrm>
            <a:off x="410760" y="4419720"/>
            <a:ext cx="2475000" cy="510480"/>
          </a:xfrm>
          <a:prstGeom prst="rect">
            <a:avLst/>
          </a:prstGeom>
          <a:noFill/>
          <a:ln w="0">
            <a:noFill/>
          </a:ln>
        </p:spPr>
        <p:txBody>
          <a:bodyPr lIns="91440" rIns="91440" tIns="45720" bIns="45720" anchor="b">
            <a:normAutofit fontScale="85000" lnSpcReduction="19999"/>
          </a:bodyPr>
          <a:p>
            <a:pPr indent="0" defTabSz="914400">
              <a:lnSpc>
                <a:spcPct val="100000"/>
              </a:lnSpc>
              <a:buNone/>
            </a:pPr>
            <a:r>
              <a:rPr b="1" lang="fi-FI" sz="2000" strike="noStrike" u="none">
                <a:solidFill>
                  <a:schemeClr val="lt1"/>
                </a:solidFill>
                <a:uFillTx/>
                <a:latin typeface="Corbel"/>
              </a:rPr>
              <a:t>Click to edit Master title style</a:t>
            </a:r>
            <a:endParaRPr b="0" lang="en-US" sz="2000" strike="noStrike" u="none">
              <a:solidFill>
                <a:schemeClr val="dk1"/>
              </a:solidFill>
              <a:uFillTx/>
              <a:latin typeface="Calibri"/>
            </a:endParaRPr>
          </a:p>
        </p:txBody>
      </p:sp>
      <p:sp>
        <p:nvSpPr>
          <p:cNvPr id="52" name="PlaceHolder 7"/>
          <p:cNvSpPr>
            <a:spLocks noGrp="1"/>
          </p:cNvSpPr>
          <p:nvPr>
            <p:ph type="body"/>
          </p:nvPr>
        </p:nvSpPr>
        <p:spPr>
          <a:xfrm>
            <a:off x="284040" y="594360"/>
            <a:ext cx="2742840" cy="3675600"/>
          </a:xfrm>
          <a:prstGeom prst="rect">
            <a:avLst/>
          </a:prstGeom>
          <a:noFill/>
          <a:ln w="0">
            <a:noFill/>
          </a:ln>
        </p:spPr>
        <p:txBody>
          <a:bodyPr lIns="90000" rIns="90000" tIns="45000" bIns="45000" anchor="t">
            <a:noAutofit/>
          </a:bodyPr>
          <a:p>
            <a:pPr indent="0" defTabSz="914400">
              <a:lnSpc>
                <a:spcPct val="100000"/>
              </a:lnSpc>
              <a:buNone/>
            </a:pPr>
            <a:r>
              <a:rPr b="0" lang="fi-FI" sz="1800" strike="noStrike" u="none">
                <a:solidFill>
                  <a:schemeClr val="dk1"/>
                </a:solidFill>
                <a:uFillTx/>
                <a:latin typeface="Calibri"/>
              </a:rPr>
              <a:t>Drag picture to placeholder or click icon to add</a:t>
            </a:r>
            <a:endParaRPr b="0" lang="en-US" sz="1800" strike="noStrike" u="none">
              <a:solidFill>
                <a:schemeClr val="dk1">
                  <a:lumMod val="85000"/>
                  <a:lumOff val="15000"/>
                </a:schemeClr>
              </a:solidFill>
              <a:uFillTx/>
              <a:latin typeface="Calibri"/>
            </a:endParaRPr>
          </a:p>
        </p:txBody>
      </p:sp>
      <p:grpSp>
        <p:nvGrpSpPr>
          <p:cNvPr id="53" name="Group 14"/>
          <p:cNvGrpSpPr/>
          <p:nvPr/>
        </p:nvGrpSpPr>
        <p:grpSpPr>
          <a:xfrm>
            <a:off x="284040" y="461520"/>
            <a:ext cx="8575920" cy="137160"/>
            <a:chOff x="284040" y="461520"/>
            <a:chExt cx="8575920" cy="137160"/>
          </a:xfrm>
        </p:grpSpPr>
        <p:sp>
          <p:nvSpPr>
            <p:cNvPr id="54" name="Rectangle 15"/>
            <p:cNvSpPr/>
            <p:nvPr/>
          </p:nvSpPr>
          <p:spPr>
            <a:xfrm>
              <a:off x="284040" y="46152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55" name="Rectangle 16"/>
            <p:cNvSpPr/>
            <p:nvPr/>
          </p:nvSpPr>
          <p:spPr>
            <a:xfrm>
              <a:off x="3026520" y="46152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56" name="Rectangle 17"/>
            <p:cNvSpPr/>
            <p:nvPr/>
          </p:nvSpPr>
          <p:spPr>
            <a:xfrm>
              <a:off x="4626720" y="46152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Rectangle 7"/>
          <p:cNvSpPr/>
          <p:nvPr/>
        </p:nvSpPr>
        <p:spPr>
          <a:xfrm>
            <a:off x="3021120" y="4801680"/>
            <a:ext cx="5837040" cy="1468080"/>
          </a:xfrm>
          <a:prstGeom prst="rect">
            <a:avLst/>
          </a:prstGeom>
          <a:solidFill>
            <a:schemeClr val="tx1">
              <a:lumMod val="85000"/>
              <a:lumOff val="15000"/>
              <a:alpha val="85000"/>
            </a:schemeClr>
          </a:solidFill>
          <a:ln w="0">
            <a:noFill/>
          </a:ln>
        </p:spPr>
        <p:style>
          <a:lnRef idx="0"/>
          <a:fillRef idx="0"/>
          <a:effectRef idx="0"/>
          <a:fontRef idx="minor"/>
        </p:style>
        <p:txBody>
          <a:bodyPr rIns="182880" bIns="365760" anchor="b">
            <a:normAutofit/>
          </a:bodyPr>
          <a:p>
            <a:pPr defTabSz="914400">
              <a:lnSpc>
                <a:spcPct val="100000"/>
              </a:lnSpc>
            </a:pPr>
            <a:endParaRPr b="0" lang="en-US" sz="4200" strike="noStrike" u="none">
              <a:solidFill>
                <a:schemeClr val="lt1"/>
              </a:solidFill>
              <a:uFillTx/>
              <a:latin typeface="Corbel"/>
            </a:endParaRPr>
          </a:p>
        </p:txBody>
      </p:sp>
      <p:grpSp>
        <p:nvGrpSpPr>
          <p:cNvPr id="58" name="Group 8"/>
          <p:cNvGrpSpPr/>
          <p:nvPr/>
        </p:nvGrpSpPr>
        <p:grpSpPr>
          <a:xfrm>
            <a:off x="284040" y="6263280"/>
            <a:ext cx="8575920" cy="137160"/>
            <a:chOff x="284040" y="6263280"/>
            <a:chExt cx="8575920" cy="137160"/>
          </a:xfrm>
        </p:grpSpPr>
        <p:sp>
          <p:nvSpPr>
            <p:cNvPr id="59" name="Rectangle 9"/>
            <p:cNvSpPr/>
            <p:nvPr/>
          </p:nvSpPr>
          <p:spPr>
            <a:xfrm>
              <a:off x="284040" y="626328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60" name="Rectangle 10"/>
            <p:cNvSpPr/>
            <p:nvPr/>
          </p:nvSpPr>
          <p:spPr>
            <a:xfrm>
              <a:off x="3026520" y="626328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61" name="Rectangle 11"/>
            <p:cNvSpPr/>
            <p:nvPr/>
          </p:nvSpPr>
          <p:spPr>
            <a:xfrm>
              <a:off x="4626720" y="62632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62" name="PlaceHolder 1"/>
          <p:cNvSpPr>
            <a:spLocks noGrp="1"/>
          </p:cNvSpPr>
          <p:nvPr>
            <p:ph type="title"/>
          </p:nvPr>
        </p:nvSpPr>
        <p:spPr>
          <a:xfrm>
            <a:off x="3031560" y="4800600"/>
            <a:ext cx="5691240" cy="566280"/>
          </a:xfrm>
          <a:prstGeom prst="rect">
            <a:avLst/>
          </a:prstGeom>
          <a:noFill/>
          <a:ln w="0">
            <a:noFill/>
          </a:ln>
        </p:spPr>
        <p:txBody>
          <a:bodyPr lIns="91440" rIns="91440" tIns="45720" bIns="45720" anchor="b">
            <a:normAutofit/>
          </a:bodyPr>
          <a:p>
            <a:pPr indent="0" defTabSz="914400">
              <a:lnSpc>
                <a:spcPct val="100000"/>
              </a:lnSpc>
              <a:buNone/>
            </a:pPr>
            <a:r>
              <a:rPr b="0" lang="fi-FI" sz="2800" strike="noStrike" u="none">
                <a:solidFill>
                  <a:schemeClr val="lt1"/>
                </a:solidFill>
                <a:uFillTx/>
                <a:latin typeface="Corbel"/>
              </a:rPr>
              <a:t>Click to edit Master title style</a:t>
            </a:r>
            <a:endParaRPr b="0" lang="en-US" sz="2800" strike="noStrike" u="none">
              <a:solidFill>
                <a:schemeClr val="dk1"/>
              </a:solidFill>
              <a:uFillTx/>
              <a:latin typeface="Calibri"/>
            </a:endParaRPr>
          </a:p>
        </p:txBody>
      </p:sp>
      <p:sp>
        <p:nvSpPr>
          <p:cNvPr id="63" name="PlaceHolder 2"/>
          <p:cNvSpPr>
            <a:spLocks noGrp="1"/>
          </p:cNvSpPr>
          <p:nvPr>
            <p:ph type="body"/>
          </p:nvPr>
        </p:nvSpPr>
        <p:spPr>
          <a:xfrm>
            <a:off x="3021120" y="457200"/>
            <a:ext cx="5833440" cy="4352040"/>
          </a:xfrm>
          <a:prstGeom prst="rect">
            <a:avLst/>
          </a:prstGeom>
          <a:noFill/>
          <a:ln w="0">
            <a:noFill/>
          </a:ln>
        </p:spPr>
        <p:txBody>
          <a:bodyPr lIns="90000" rIns="90000" tIns="45000" bIns="45000" anchor="t">
            <a:normAutofit/>
          </a:bodyPr>
          <a:p>
            <a:pPr indent="0" defTabSz="914400">
              <a:lnSpc>
                <a:spcPct val="100000"/>
              </a:lnSpc>
              <a:buNone/>
              <a:tabLst>
                <a:tab algn="l" pos="0"/>
              </a:tabLst>
            </a:pPr>
            <a:r>
              <a:rPr b="0" lang="fi-FI" sz="2400" strike="noStrike" u="none">
                <a:solidFill>
                  <a:schemeClr val="dk1"/>
                </a:solidFill>
                <a:uFillTx/>
                <a:latin typeface="Calibri"/>
              </a:rPr>
              <a:t>Drag picture to placeholder or click icon to add</a:t>
            </a:r>
            <a:endParaRPr b="0" lang="en-US" sz="2400" strike="noStrike" u="none">
              <a:solidFill>
                <a:schemeClr val="dk1">
                  <a:lumMod val="85000"/>
                  <a:lumOff val="15000"/>
                </a:schemeClr>
              </a:solidFill>
              <a:uFillTx/>
              <a:latin typeface="Calibri"/>
            </a:endParaRPr>
          </a:p>
        </p:txBody>
      </p:sp>
      <p:sp>
        <p:nvSpPr>
          <p:cNvPr id="64" name="PlaceHolder 3"/>
          <p:cNvSpPr>
            <a:spLocks noGrp="1"/>
          </p:cNvSpPr>
          <p:nvPr>
            <p:ph type="body"/>
          </p:nvPr>
        </p:nvSpPr>
        <p:spPr>
          <a:xfrm>
            <a:off x="3069720" y="5367240"/>
            <a:ext cx="5653080" cy="8046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fi-FI" sz="1400" strike="noStrike" u="none">
                <a:solidFill>
                  <a:schemeClr val="lt1"/>
                </a:solidFill>
                <a:uFillTx/>
                <a:latin typeface="Calibri"/>
              </a:rPr>
              <a:t>Click to edit Master text styles</a:t>
            </a:r>
            <a:endParaRPr b="0" lang="en-US" sz="1400" strike="noStrike" u="none">
              <a:solidFill>
                <a:schemeClr val="dk1">
                  <a:lumMod val="85000"/>
                  <a:lumOff val="15000"/>
                </a:schemeClr>
              </a:solidFill>
              <a:uFillTx/>
              <a:latin typeface="Calibri"/>
            </a:endParaRPr>
          </a:p>
        </p:txBody>
      </p:sp>
      <p:sp>
        <p:nvSpPr>
          <p:cNvPr id="65" name="PlaceHolder 4"/>
          <p:cNvSpPr>
            <a:spLocks noGrp="1"/>
          </p:cNvSpPr>
          <p:nvPr>
            <p:ph type="dt" idx="16"/>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66" name="PlaceHolder 5"/>
          <p:cNvSpPr>
            <a:spLocks noGrp="1"/>
          </p:cNvSpPr>
          <p:nvPr>
            <p:ph type="ftr" idx="17"/>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67" name="PlaceHolder 6"/>
          <p:cNvSpPr>
            <a:spLocks noGrp="1"/>
          </p:cNvSpPr>
          <p:nvPr>
            <p:ph type="sldNum" idx="18"/>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0CBBABBD-381B-4710-8AF6-39E8BEF49452}"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
        <p:nvSpPr>
          <p:cNvPr id="68" name="PlaceHolder 7"/>
          <p:cNvSpPr>
            <a:spLocks noGrp="1"/>
          </p:cNvSpPr>
          <p:nvPr>
            <p:ph type="body"/>
          </p:nvPr>
        </p:nvSpPr>
        <p:spPr>
          <a:xfrm>
            <a:off x="284040" y="457200"/>
            <a:ext cx="2736360" cy="2907360"/>
          </a:xfrm>
          <a:prstGeom prst="rect">
            <a:avLst/>
          </a:prstGeom>
          <a:noFill/>
          <a:ln w="0">
            <a:noFill/>
          </a:ln>
        </p:spPr>
        <p:txBody>
          <a:bodyPr lIns="90000" rIns="90000" tIns="45000" bIns="45000" anchor="t">
            <a:normAutofit/>
          </a:bodyPr>
          <a:p>
            <a:pPr indent="0" defTabSz="914400">
              <a:lnSpc>
                <a:spcPct val="100000"/>
              </a:lnSpc>
              <a:buNone/>
              <a:tabLst>
                <a:tab algn="l" pos="0"/>
              </a:tabLst>
            </a:pPr>
            <a:r>
              <a:rPr b="0" lang="fi-FI" sz="2400" strike="noStrike" u="none">
                <a:solidFill>
                  <a:schemeClr val="dk1"/>
                </a:solidFill>
                <a:uFillTx/>
                <a:latin typeface="Calibri"/>
              </a:rPr>
              <a:t>Drag picture to placeholder or click icon to add</a:t>
            </a:r>
            <a:endParaRPr b="0" lang="en-US" sz="2400" strike="noStrike" u="none">
              <a:solidFill>
                <a:schemeClr val="dk1">
                  <a:lumMod val="85000"/>
                  <a:lumOff val="15000"/>
                </a:schemeClr>
              </a:solidFill>
              <a:uFillTx/>
              <a:latin typeface="Calibri"/>
            </a:endParaRPr>
          </a:p>
        </p:txBody>
      </p:sp>
      <p:sp>
        <p:nvSpPr>
          <p:cNvPr id="69" name="PlaceHolder 8"/>
          <p:cNvSpPr>
            <a:spLocks noGrp="1"/>
          </p:cNvSpPr>
          <p:nvPr>
            <p:ph type="body"/>
          </p:nvPr>
        </p:nvSpPr>
        <p:spPr>
          <a:xfrm>
            <a:off x="284040" y="3364920"/>
            <a:ext cx="2736360" cy="2898360"/>
          </a:xfrm>
          <a:prstGeom prst="rect">
            <a:avLst/>
          </a:prstGeom>
          <a:noFill/>
          <a:ln w="0">
            <a:noFill/>
          </a:ln>
        </p:spPr>
        <p:txBody>
          <a:bodyPr lIns="90000" rIns="90000" tIns="45000" bIns="45000" anchor="t">
            <a:normAutofit/>
          </a:bodyPr>
          <a:p>
            <a:pPr indent="0" defTabSz="914400">
              <a:lnSpc>
                <a:spcPct val="100000"/>
              </a:lnSpc>
              <a:buNone/>
              <a:tabLst>
                <a:tab algn="l" pos="0"/>
              </a:tabLst>
            </a:pPr>
            <a:r>
              <a:rPr b="0" lang="fi-FI" sz="2400" strike="noStrike" u="none">
                <a:solidFill>
                  <a:schemeClr val="dk1"/>
                </a:solidFill>
                <a:uFillTx/>
                <a:latin typeface="Calibri"/>
              </a:rPr>
              <a:t>Drag picture to placeholder or click icon to add</a:t>
            </a:r>
            <a:endParaRPr b="0" lang="en-US" sz="2400" strike="noStrike" u="none">
              <a:solidFill>
                <a:schemeClr val="dk1">
                  <a:lumMod val="85000"/>
                  <a:lumOff val="15000"/>
                </a:schemeClr>
              </a:solidFill>
              <a:uFillTx/>
              <a:latin typeface="Calibri"/>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Rectangle 6"/>
          <p:cNvSpPr/>
          <p:nvPr/>
        </p:nvSpPr>
        <p:spPr>
          <a:xfrm>
            <a:off x="284040" y="455760"/>
            <a:ext cx="8573760" cy="113364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nvGrpSpPr>
          <p:cNvPr id="71" name="Group 7"/>
          <p:cNvGrpSpPr/>
          <p:nvPr/>
        </p:nvGrpSpPr>
        <p:grpSpPr>
          <a:xfrm>
            <a:off x="284040" y="1577880"/>
            <a:ext cx="8575920" cy="137160"/>
            <a:chOff x="284040" y="1577880"/>
            <a:chExt cx="8575920" cy="137160"/>
          </a:xfrm>
        </p:grpSpPr>
        <p:sp>
          <p:nvSpPr>
            <p:cNvPr id="72" name="Rectangle 8"/>
            <p:cNvSpPr/>
            <p:nvPr/>
          </p:nvSpPr>
          <p:spPr>
            <a:xfrm>
              <a:off x="284040" y="1577880"/>
              <a:ext cx="1599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73" name="Rectangle 9"/>
            <p:cNvSpPr/>
            <p:nvPr/>
          </p:nvSpPr>
          <p:spPr>
            <a:xfrm>
              <a:off x="1885320" y="1577880"/>
              <a:ext cx="2742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74" name="Rectangle 10"/>
            <p:cNvSpPr/>
            <p:nvPr/>
          </p:nvSpPr>
          <p:spPr>
            <a:xfrm>
              <a:off x="4626720" y="15778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75" name="PlaceHolder 1"/>
          <p:cNvSpPr>
            <a:spLocks noGrp="1"/>
          </p:cNvSpPr>
          <p:nvPr>
            <p:ph type="title"/>
          </p:nvPr>
        </p:nvSpPr>
        <p:spPr>
          <a:xfrm>
            <a:off x="284040" y="630360"/>
            <a:ext cx="8573760" cy="967320"/>
          </a:xfrm>
          <a:prstGeom prst="rect">
            <a:avLst/>
          </a:prstGeom>
          <a:solidFill>
            <a:schemeClr val="dk1">
              <a:lumMod val="85000"/>
              <a:lumOff val="15000"/>
              <a:alpha val="70000"/>
            </a:schemeClr>
          </a:solidFill>
          <a:ln w="0">
            <a:noFill/>
          </a:ln>
        </p:spPr>
        <p:txBody>
          <a:bodyPr lIns="91440" rIns="91440" tIns="45720" bIns="45720" anchor="ctr">
            <a:noAutofit/>
          </a:bodyPr>
          <a:p>
            <a:pPr indent="0" algn="r" defTabSz="914400">
              <a:lnSpc>
                <a:spcPct val="100000"/>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76" name="PlaceHolder 2"/>
          <p:cNvSpPr>
            <a:spLocks noGrp="1"/>
          </p:cNvSpPr>
          <p:nvPr>
            <p:ph type="body"/>
          </p:nvPr>
        </p:nvSpPr>
        <p:spPr>
          <a:xfrm>
            <a:off x="284040" y="2133720"/>
            <a:ext cx="8573760" cy="4012920"/>
          </a:xfrm>
          <a:prstGeom prst="rect">
            <a:avLst/>
          </a:prstGeom>
          <a:noFill/>
          <a:ln w="0">
            <a:noFill/>
          </a:ln>
        </p:spPr>
        <p:txBody>
          <a:bodyPr lIns="91440" rIns="91440" tIns="45720" bIns="45720" anchor="t" vert="eaVert">
            <a:noAutofit/>
          </a:bodyPr>
          <a:p>
            <a:pPr marL="453960" indent="-453960" defTabSz="914400">
              <a:lnSpc>
                <a:spcPct val="100000"/>
              </a:lnSpc>
              <a:spcBef>
                <a:spcPts val="2001"/>
              </a:spcBef>
              <a:buClr>
                <a:srgbClr val="a6a6a6"/>
              </a:buClr>
              <a:buSzPct val="90000"/>
              <a:buFont typeface="Wingdings" charset="2"/>
              <a:buChar char=""/>
            </a:pPr>
            <a:r>
              <a:rPr b="0" lang="fi-FI" sz="2400" strike="noStrike" u="none">
                <a:solidFill>
                  <a:schemeClr val="dk1">
                    <a:lumMod val="85000"/>
                    <a:lumOff val="15000"/>
                  </a:schemeClr>
                </a:solidFill>
                <a:uFillTx/>
                <a:latin typeface="Calibri"/>
              </a:rPr>
              <a:t>Click to edit Master text styles</a:t>
            </a:r>
            <a:endParaRPr b="0" lang="en-US" sz="24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200" strike="noStrike" u="none">
                <a:solidFill>
                  <a:schemeClr val="dk1">
                    <a:lumMod val="85000"/>
                    <a:lumOff val="15000"/>
                  </a:schemeClr>
                </a:solidFill>
                <a:uFillTx/>
                <a:latin typeface="Calibri"/>
              </a:rPr>
              <a:t>Second level</a:t>
            </a:r>
            <a:endParaRPr b="0" lang="en-US" sz="22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2000" strike="noStrike" u="none">
                <a:solidFill>
                  <a:schemeClr val="dk1">
                    <a:lumMod val="85000"/>
                    <a:lumOff val="15000"/>
                  </a:schemeClr>
                </a:solidFill>
                <a:uFillTx/>
                <a:latin typeface="Calibri"/>
              </a:rPr>
              <a:t>Third level</a:t>
            </a:r>
            <a:endParaRPr b="0" lang="en-US" sz="20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77" name="PlaceHolder 3"/>
          <p:cNvSpPr>
            <a:spLocks noGrp="1"/>
          </p:cNvSpPr>
          <p:nvPr>
            <p:ph type="dt" idx="19"/>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 </a:t>
            </a:r>
            <a:endParaRPr b="0" lang="en-US" sz="1100" strike="noStrike" u="none">
              <a:solidFill>
                <a:srgbClr val="000000"/>
              </a:solidFill>
              <a:uFillTx/>
              <a:latin typeface="Times New Roman"/>
            </a:endParaRPr>
          </a:p>
        </p:txBody>
      </p:sp>
      <p:sp>
        <p:nvSpPr>
          <p:cNvPr id="78" name="PlaceHolder 4"/>
          <p:cNvSpPr>
            <a:spLocks noGrp="1"/>
          </p:cNvSpPr>
          <p:nvPr>
            <p:ph type="ftr" idx="20"/>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79" name="PlaceHolder 5"/>
          <p:cNvSpPr>
            <a:spLocks noGrp="1"/>
          </p:cNvSpPr>
          <p:nvPr>
            <p:ph type="sldNum" idx="21"/>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2366B621-E24D-4283-A0AE-746008B38C13}" type="slidenum">
              <a:rPr b="1" lang="en-US" sz="1400" strike="noStrike" u="none">
                <a:solidFill>
                  <a:schemeClr val="dk1">
                    <a:lumMod val="85000"/>
                    <a:lumOff val="15000"/>
                  </a:schemeClr>
                </a:solidFill>
                <a:uFillTx/>
                <a:latin typeface="Calibri"/>
              </a:rPr>
              <a:t>1</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Rectangle 6"/>
          <p:cNvSpPr/>
          <p:nvPr/>
        </p:nvSpPr>
        <p:spPr>
          <a:xfrm rot="5400000">
            <a:off x="5313960" y="2857320"/>
            <a:ext cx="5934240" cy="113364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81" name="PlaceHolder 1"/>
          <p:cNvSpPr>
            <a:spLocks noGrp="1"/>
          </p:cNvSpPr>
          <p:nvPr>
            <p:ph type="title"/>
          </p:nvPr>
        </p:nvSpPr>
        <p:spPr>
          <a:xfrm>
            <a:off x="7695000" y="473040"/>
            <a:ext cx="968760" cy="5920920"/>
          </a:xfrm>
          <a:prstGeom prst="rect">
            <a:avLst/>
          </a:prstGeom>
          <a:solidFill>
            <a:schemeClr val="dk1">
              <a:lumMod val="85000"/>
              <a:lumOff val="15000"/>
              <a:alpha val="70000"/>
            </a:schemeClr>
          </a:solidFill>
          <a:ln w="0">
            <a:noFill/>
          </a:ln>
        </p:spPr>
        <p:txBody>
          <a:bodyPr lIns="91440" rIns="91440" tIns="45720" bIns="45720" anchor="ctr" vert="eaVert">
            <a:noAutofit/>
          </a:bodyPr>
          <a:p>
            <a:pPr indent="0" defTabSz="914400">
              <a:lnSpc>
                <a:spcPct val="100000"/>
              </a:lnSpc>
              <a:buNone/>
            </a:pPr>
            <a:r>
              <a:rPr b="0" lang="fi-FI" sz="3400" strike="noStrike" u="none">
                <a:solidFill>
                  <a:schemeClr val="lt1"/>
                </a:solidFill>
                <a:uFillTx/>
                <a:latin typeface="Corbel"/>
              </a:rPr>
              <a:t>Click to edit Master title style</a:t>
            </a:r>
            <a:endParaRPr b="0" lang="en-US" sz="3400" strike="noStrike" u="none">
              <a:solidFill>
                <a:schemeClr val="dk1"/>
              </a:solidFill>
              <a:uFillTx/>
              <a:latin typeface="Calibri"/>
            </a:endParaRPr>
          </a:p>
        </p:txBody>
      </p:sp>
      <p:sp>
        <p:nvSpPr>
          <p:cNvPr id="82" name="PlaceHolder 2"/>
          <p:cNvSpPr>
            <a:spLocks noGrp="1"/>
          </p:cNvSpPr>
          <p:nvPr>
            <p:ph type="body"/>
          </p:nvPr>
        </p:nvSpPr>
        <p:spPr>
          <a:xfrm>
            <a:off x="284040" y="457200"/>
            <a:ext cx="6497280" cy="5936760"/>
          </a:xfrm>
          <a:prstGeom prst="rect">
            <a:avLst/>
          </a:prstGeom>
          <a:noFill/>
          <a:ln w="0">
            <a:noFill/>
          </a:ln>
        </p:spPr>
        <p:txBody>
          <a:bodyPr lIns="91440" rIns="91440" tIns="45720" bIns="45720" anchor="t" vert="eaVert">
            <a:noAutofit/>
          </a:bodyPr>
          <a:p>
            <a:pPr marL="453960" indent="-453960" defTabSz="914400">
              <a:lnSpc>
                <a:spcPct val="100000"/>
              </a:lnSpc>
              <a:spcBef>
                <a:spcPts val="2001"/>
              </a:spcBef>
              <a:buClr>
                <a:srgbClr val="a6a6a6"/>
              </a:buClr>
              <a:buSzPct val="90000"/>
              <a:buFont typeface="Wingdings" charset="2"/>
              <a:buChar char=""/>
            </a:pPr>
            <a:r>
              <a:rPr b="0" lang="fi-FI" sz="2400" strike="noStrike" u="none">
                <a:solidFill>
                  <a:schemeClr val="dk1">
                    <a:lumMod val="85000"/>
                    <a:lumOff val="15000"/>
                  </a:schemeClr>
                </a:solidFill>
                <a:uFillTx/>
                <a:latin typeface="Calibri"/>
              </a:rPr>
              <a:t>Click to edit Master text styles</a:t>
            </a:r>
            <a:endParaRPr b="0" lang="en-US" sz="24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200" strike="noStrike" u="none">
                <a:solidFill>
                  <a:schemeClr val="dk1">
                    <a:lumMod val="85000"/>
                    <a:lumOff val="15000"/>
                  </a:schemeClr>
                </a:solidFill>
                <a:uFillTx/>
                <a:latin typeface="Calibri"/>
              </a:rPr>
              <a:t>Second level</a:t>
            </a:r>
            <a:endParaRPr b="0" lang="en-US" sz="22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2000" strike="noStrike" u="none">
                <a:solidFill>
                  <a:schemeClr val="dk1">
                    <a:lumMod val="85000"/>
                    <a:lumOff val="15000"/>
                  </a:schemeClr>
                </a:solidFill>
                <a:uFillTx/>
                <a:latin typeface="Calibri"/>
              </a:rPr>
              <a:t>Third level</a:t>
            </a:r>
            <a:endParaRPr b="0" lang="en-US" sz="20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83" name="PlaceHolder 3"/>
          <p:cNvSpPr>
            <a:spLocks noGrp="1"/>
          </p:cNvSpPr>
          <p:nvPr>
            <p:ph type="dt" idx="22"/>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 </a:t>
            </a:r>
            <a:endParaRPr b="0" lang="en-US" sz="1100" strike="noStrike" u="none">
              <a:solidFill>
                <a:srgbClr val="000000"/>
              </a:solidFill>
              <a:uFillTx/>
              <a:latin typeface="Times New Roman"/>
            </a:endParaRPr>
          </a:p>
        </p:txBody>
      </p:sp>
      <p:sp>
        <p:nvSpPr>
          <p:cNvPr id="84" name="PlaceHolder 4"/>
          <p:cNvSpPr>
            <a:spLocks noGrp="1"/>
          </p:cNvSpPr>
          <p:nvPr>
            <p:ph type="ftr" idx="23"/>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85" name="PlaceHolder 5"/>
          <p:cNvSpPr>
            <a:spLocks noGrp="1"/>
          </p:cNvSpPr>
          <p:nvPr>
            <p:ph type="sldNum" idx="24"/>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4314368F-C4F6-4D0F-BD5F-BD756A50BABD}" type="slidenum">
              <a:rPr b="1" lang="en-US" sz="1400" strike="noStrike" u="none">
                <a:solidFill>
                  <a:schemeClr val="dk1">
                    <a:lumMod val="85000"/>
                    <a:lumOff val="15000"/>
                  </a:schemeClr>
                </a:solidFill>
                <a:uFillTx/>
                <a:latin typeface="Calibri"/>
              </a:rPr>
              <a:t>1</a:t>
            </a:fld>
            <a:endParaRPr b="0" lang="en-US" sz="1400" strike="noStrike" u="none">
              <a:solidFill>
                <a:srgbClr val="000000"/>
              </a:solidFill>
              <a:uFillTx/>
              <a:latin typeface="Times New Roman"/>
            </a:endParaRPr>
          </a:p>
        </p:txBody>
      </p:sp>
      <p:grpSp>
        <p:nvGrpSpPr>
          <p:cNvPr id="86" name="Group 7"/>
          <p:cNvGrpSpPr/>
          <p:nvPr/>
        </p:nvGrpSpPr>
        <p:grpSpPr>
          <a:xfrm>
            <a:off x="7557480" y="457200"/>
            <a:ext cx="137160" cy="5934240"/>
            <a:chOff x="7557480" y="457200"/>
            <a:chExt cx="137160" cy="5934240"/>
          </a:xfrm>
        </p:grpSpPr>
        <p:sp>
          <p:nvSpPr>
            <p:cNvPr id="87" name="Rectangle 8"/>
            <p:cNvSpPr/>
            <p:nvPr/>
          </p:nvSpPr>
          <p:spPr>
            <a:xfrm rot="5400000">
              <a:off x="7072560" y="942120"/>
              <a:ext cx="1107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88" name="Rectangle 9"/>
            <p:cNvSpPr/>
            <p:nvPr/>
          </p:nvSpPr>
          <p:spPr>
            <a:xfrm rot="5400000">
              <a:off x="6676920" y="2445120"/>
              <a:ext cx="189792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89" name="Rectangle 10"/>
            <p:cNvSpPr/>
            <p:nvPr/>
          </p:nvSpPr>
          <p:spPr>
            <a:xfrm rot="5400000">
              <a:off x="6161400" y="4858200"/>
              <a:ext cx="292932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Rectangle 6"/>
          <p:cNvSpPr/>
          <p:nvPr/>
        </p:nvSpPr>
        <p:spPr>
          <a:xfrm>
            <a:off x="284040" y="455760"/>
            <a:ext cx="8573760" cy="113364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nvGrpSpPr>
          <p:cNvPr id="91" name="Group 7"/>
          <p:cNvGrpSpPr/>
          <p:nvPr/>
        </p:nvGrpSpPr>
        <p:grpSpPr>
          <a:xfrm>
            <a:off x="284040" y="1577880"/>
            <a:ext cx="8575920" cy="137160"/>
            <a:chOff x="284040" y="1577880"/>
            <a:chExt cx="8575920" cy="137160"/>
          </a:xfrm>
        </p:grpSpPr>
        <p:sp>
          <p:nvSpPr>
            <p:cNvPr id="92" name="Rectangle 8"/>
            <p:cNvSpPr/>
            <p:nvPr/>
          </p:nvSpPr>
          <p:spPr>
            <a:xfrm>
              <a:off x="284040" y="1577880"/>
              <a:ext cx="1599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93" name="Rectangle 9"/>
            <p:cNvSpPr/>
            <p:nvPr/>
          </p:nvSpPr>
          <p:spPr>
            <a:xfrm>
              <a:off x="1885320" y="1577880"/>
              <a:ext cx="2742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94" name="Rectangle 10"/>
            <p:cNvSpPr/>
            <p:nvPr/>
          </p:nvSpPr>
          <p:spPr>
            <a:xfrm>
              <a:off x="4626720" y="15778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95" name="PlaceHolder 1"/>
          <p:cNvSpPr>
            <a:spLocks noGrp="1"/>
          </p:cNvSpPr>
          <p:nvPr>
            <p:ph type="title"/>
          </p:nvPr>
        </p:nvSpPr>
        <p:spPr>
          <a:xfrm>
            <a:off x="284040" y="630360"/>
            <a:ext cx="8573760" cy="967320"/>
          </a:xfrm>
          <a:prstGeom prst="rect">
            <a:avLst/>
          </a:prstGeom>
          <a:solidFill>
            <a:schemeClr val="dk1">
              <a:lumMod val="85000"/>
              <a:lumOff val="15000"/>
              <a:alpha val="70000"/>
            </a:schemeClr>
          </a:solidFill>
          <a:ln w="0">
            <a:noFill/>
          </a:ln>
        </p:spPr>
        <p:txBody>
          <a:bodyPr lIns="91440" rIns="91440" tIns="45720" bIns="45720" anchor="ctr">
            <a:noAutofit/>
          </a:bodyPr>
          <a:p>
            <a:pPr indent="0" algn="r" defTabSz="914400">
              <a:lnSpc>
                <a:spcPct val="100000"/>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96" name="PlaceHolder 2"/>
          <p:cNvSpPr>
            <a:spLocks noGrp="1"/>
          </p:cNvSpPr>
          <p:nvPr>
            <p:ph type="body"/>
          </p:nvPr>
        </p:nvSpPr>
        <p:spPr>
          <a:xfrm>
            <a:off x="1781640" y="2133720"/>
            <a:ext cx="7076520" cy="3992040"/>
          </a:xfrm>
          <a:prstGeom prst="rect">
            <a:avLst/>
          </a:prstGeom>
          <a:noFill/>
          <a:ln w="0">
            <a:noFill/>
          </a:ln>
        </p:spPr>
        <p:txBody>
          <a:bodyPr lIns="91440" rIns="91440" tIns="45720" bIns="45720" anchor="t">
            <a:noAutofit/>
          </a:bodyPr>
          <a:p>
            <a:pPr marL="453960" indent="-453960" defTabSz="914400">
              <a:lnSpc>
                <a:spcPct val="100000"/>
              </a:lnSpc>
              <a:spcBef>
                <a:spcPts val="2001"/>
              </a:spcBef>
              <a:buClr>
                <a:srgbClr val="a6a6a6"/>
              </a:buClr>
              <a:buSzPct val="90000"/>
              <a:buFont typeface="Wingdings" charset="2"/>
              <a:buChar char=""/>
            </a:pPr>
            <a:r>
              <a:rPr b="0" lang="fi-FI" sz="2400" strike="noStrike" u="none">
                <a:solidFill>
                  <a:schemeClr val="dk1">
                    <a:lumMod val="85000"/>
                    <a:lumOff val="15000"/>
                  </a:schemeClr>
                </a:solidFill>
                <a:uFillTx/>
                <a:latin typeface="Calibri"/>
              </a:rPr>
              <a:t>Click to edit Master text styles</a:t>
            </a:r>
            <a:endParaRPr b="0" lang="en-US" sz="24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200" strike="noStrike" u="none">
                <a:solidFill>
                  <a:schemeClr val="dk1">
                    <a:lumMod val="85000"/>
                    <a:lumOff val="15000"/>
                  </a:schemeClr>
                </a:solidFill>
                <a:uFillTx/>
                <a:latin typeface="Calibri"/>
              </a:rPr>
              <a:t>Second level</a:t>
            </a:r>
            <a:endParaRPr b="0" lang="en-US" sz="22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2000" strike="noStrike" u="none">
                <a:solidFill>
                  <a:schemeClr val="dk1">
                    <a:lumMod val="85000"/>
                    <a:lumOff val="15000"/>
                  </a:schemeClr>
                </a:solidFill>
                <a:uFillTx/>
                <a:latin typeface="Calibri"/>
              </a:rPr>
              <a:t>Third level</a:t>
            </a:r>
            <a:endParaRPr b="0" lang="en-US" sz="20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97" name="PlaceHolder 3"/>
          <p:cNvSpPr>
            <a:spLocks noGrp="1"/>
          </p:cNvSpPr>
          <p:nvPr>
            <p:ph type="dt" idx="25"/>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 </a:t>
            </a:r>
            <a:endParaRPr b="0" lang="en-US" sz="1100" strike="noStrike" u="none">
              <a:solidFill>
                <a:srgbClr val="000000"/>
              </a:solidFill>
              <a:uFillTx/>
              <a:latin typeface="Times New Roman"/>
            </a:endParaRPr>
          </a:p>
        </p:txBody>
      </p:sp>
      <p:sp>
        <p:nvSpPr>
          <p:cNvPr id="98" name="PlaceHolder 4"/>
          <p:cNvSpPr>
            <a:spLocks noGrp="1"/>
          </p:cNvSpPr>
          <p:nvPr>
            <p:ph type="ftr" idx="26"/>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99" name="PlaceHolder 5"/>
          <p:cNvSpPr>
            <a:spLocks noGrp="1"/>
          </p:cNvSpPr>
          <p:nvPr>
            <p:ph type="sldNum" idx="27"/>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C47C69F6-D05B-4389-8409-1D964B7A1B3C}" type="slidenum">
              <a:rPr b="1" lang="en-US" sz="1400" strike="noStrike" u="none">
                <a:solidFill>
                  <a:schemeClr val="dk1">
                    <a:lumMod val="85000"/>
                    <a:lumOff val="15000"/>
                  </a:schemeClr>
                </a:solidFill>
                <a:uFillTx/>
                <a:latin typeface="Calibri"/>
              </a:rPr>
              <a:t>1</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Rectangle 17"/>
          <p:cNvSpPr/>
          <p:nvPr/>
        </p:nvSpPr>
        <p:spPr>
          <a:xfrm>
            <a:off x="284040" y="444600"/>
            <a:ext cx="8573760" cy="1468080"/>
          </a:xfrm>
          <a:prstGeom prst="rect">
            <a:avLst/>
          </a:prstGeom>
          <a:solidFill>
            <a:schemeClr val="tx1">
              <a:lumMod val="85000"/>
              <a:lumOff val="15000"/>
              <a:alpha val="85000"/>
            </a:schemeClr>
          </a:solidFill>
          <a:ln w="0">
            <a:noFill/>
          </a:ln>
        </p:spPr>
        <p:style>
          <a:lnRef idx="0"/>
          <a:fillRef idx="0"/>
          <a:effectRef idx="0"/>
          <a:fontRef idx="minor"/>
        </p:style>
        <p:txBody>
          <a:bodyPr rIns="182880" bIns="365760" anchor="b">
            <a:normAutofit/>
          </a:bodyPr>
          <a:p>
            <a:pPr defTabSz="914400">
              <a:lnSpc>
                <a:spcPct val="100000"/>
              </a:lnSpc>
            </a:pPr>
            <a:endParaRPr b="0" lang="en-US" sz="4200" strike="noStrike" u="none">
              <a:solidFill>
                <a:schemeClr val="lt1"/>
              </a:solidFill>
              <a:uFillTx/>
              <a:latin typeface="Corbel"/>
            </a:endParaRPr>
          </a:p>
        </p:txBody>
      </p:sp>
      <p:sp>
        <p:nvSpPr>
          <p:cNvPr id="103" name="PlaceHolder 1"/>
          <p:cNvSpPr>
            <a:spLocks noGrp="1"/>
          </p:cNvSpPr>
          <p:nvPr>
            <p:ph type="dt" idx="28"/>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104" name="PlaceHolder 2"/>
          <p:cNvSpPr>
            <a:spLocks noGrp="1"/>
          </p:cNvSpPr>
          <p:nvPr>
            <p:ph type="ftr" idx="29"/>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105" name="PlaceHolder 3"/>
          <p:cNvSpPr>
            <a:spLocks noGrp="1"/>
          </p:cNvSpPr>
          <p:nvPr>
            <p:ph type="sldNum" idx="30"/>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546B008D-D139-4E8D-97A6-3834522C890E}"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
        <p:nvSpPr>
          <p:cNvPr id="106" name="PlaceHolder 4"/>
          <p:cNvSpPr>
            <a:spLocks noGrp="1"/>
          </p:cNvSpPr>
          <p:nvPr>
            <p:ph type="body"/>
          </p:nvPr>
        </p:nvSpPr>
        <p:spPr>
          <a:xfrm>
            <a:off x="284040" y="2017080"/>
            <a:ext cx="8573760" cy="4376880"/>
          </a:xfrm>
          <a:prstGeom prst="rect">
            <a:avLst/>
          </a:prstGeom>
          <a:noFill/>
          <a:ln w="0">
            <a:noFill/>
          </a:ln>
        </p:spPr>
        <p:txBody>
          <a:bodyPr lIns="90000" rIns="90000" tIns="45000" bIns="45000" anchor="t">
            <a:noAutofit/>
          </a:bodyPr>
          <a:p>
            <a:pPr indent="0" defTabSz="914400">
              <a:lnSpc>
                <a:spcPct val="100000"/>
              </a:lnSpc>
              <a:buNone/>
            </a:pPr>
            <a:r>
              <a:rPr b="0" lang="fi-FI" sz="1800" strike="noStrike" u="none">
                <a:solidFill>
                  <a:schemeClr val="dk1"/>
                </a:solidFill>
                <a:uFillTx/>
                <a:latin typeface="Calibri"/>
              </a:rPr>
              <a:t>Drag picture to placeholder or click icon to add</a:t>
            </a:r>
            <a:endParaRPr b="0" lang="en-US" sz="1800" strike="noStrike" u="none">
              <a:solidFill>
                <a:schemeClr val="dk1">
                  <a:lumMod val="85000"/>
                  <a:lumOff val="15000"/>
                </a:schemeClr>
              </a:solidFill>
              <a:uFillTx/>
              <a:latin typeface="Calibri"/>
            </a:endParaRPr>
          </a:p>
        </p:txBody>
      </p:sp>
      <p:grpSp>
        <p:nvGrpSpPr>
          <p:cNvPr id="107" name="Group 16"/>
          <p:cNvGrpSpPr/>
          <p:nvPr/>
        </p:nvGrpSpPr>
        <p:grpSpPr>
          <a:xfrm>
            <a:off x="284040" y="1906560"/>
            <a:ext cx="8575920" cy="137160"/>
            <a:chOff x="284040" y="1906560"/>
            <a:chExt cx="8575920" cy="137160"/>
          </a:xfrm>
        </p:grpSpPr>
        <p:sp>
          <p:nvSpPr>
            <p:cNvPr id="108" name="Rectangle 10"/>
            <p:cNvSpPr/>
            <p:nvPr/>
          </p:nvSpPr>
          <p:spPr>
            <a:xfrm>
              <a:off x="284040" y="190656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09" name="Rectangle 11"/>
            <p:cNvSpPr/>
            <p:nvPr/>
          </p:nvSpPr>
          <p:spPr>
            <a:xfrm>
              <a:off x="3026520" y="190656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10" name="Rectangle 12"/>
            <p:cNvSpPr/>
            <p:nvPr/>
          </p:nvSpPr>
          <p:spPr>
            <a:xfrm>
              <a:off x="4626720" y="190656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111" name="TextBox 18"/>
          <p:cNvSpPr/>
          <p:nvPr/>
        </p:nvSpPr>
        <p:spPr>
          <a:xfrm>
            <a:off x="8234280" y="444600"/>
            <a:ext cx="579960" cy="638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3600" strike="noStrike" u="none">
                <a:solidFill>
                  <a:schemeClr val="lt1"/>
                </a:solidFill>
                <a:uFillTx/>
                <a:latin typeface="Wingdings"/>
              </a:rPr>
              <a:t></a:t>
            </a:r>
            <a:endParaRPr b="0" lang="en-US" sz="3600" strike="noStrike" u="none">
              <a:solidFill>
                <a:srgbClr val="000000"/>
              </a:solidFill>
              <a:uFillTx/>
              <a:latin typeface="Arial"/>
            </a:endParaRPr>
          </a:p>
        </p:txBody>
      </p:sp>
      <p:sp>
        <p:nvSpPr>
          <p:cNvPr id="112" name="PlaceHolder 5"/>
          <p:cNvSpPr>
            <a:spLocks noGrp="1"/>
          </p:cNvSpPr>
          <p:nvPr>
            <p:ph type="title"/>
          </p:nvPr>
        </p:nvSpPr>
        <p:spPr>
          <a:xfrm>
            <a:off x="418680" y="444600"/>
            <a:ext cx="7810560" cy="1087920"/>
          </a:xfrm>
          <a:prstGeom prst="rect">
            <a:avLst/>
          </a:prstGeom>
          <a:noFill/>
          <a:ln w="0">
            <a:noFill/>
          </a:ln>
        </p:spPr>
        <p:txBody>
          <a:bodyPr lIns="91440" rIns="91440" tIns="45720" bIns="45720" anchor="b">
            <a:normAutofit/>
          </a:bodyPr>
          <a:p>
            <a:pPr indent="0" defTabSz="914400">
              <a:lnSpc>
                <a:spcPts val="4601"/>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Rectangle 7"/>
          <p:cNvSpPr/>
          <p:nvPr/>
        </p:nvSpPr>
        <p:spPr>
          <a:xfrm>
            <a:off x="284040" y="4801680"/>
            <a:ext cx="8573760" cy="1468080"/>
          </a:xfrm>
          <a:prstGeom prst="rect">
            <a:avLst/>
          </a:prstGeom>
          <a:solidFill>
            <a:schemeClr val="tx1">
              <a:lumMod val="85000"/>
              <a:lumOff val="15000"/>
              <a:alpha val="85000"/>
            </a:schemeClr>
          </a:solidFill>
          <a:ln w="0">
            <a:noFill/>
          </a:ln>
        </p:spPr>
        <p:style>
          <a:lnRef idx="0"/>
          <a:fillRef idx="0"/>
          <a:effectRef idx="0"/>
          <a:fontRef idx="minor"/>
        </p:style>
        <p:txBody>
          <a:bodyPr rIns="182880" bIns="365760" anchor="b">
            <a:normAutofit/>
          </a:bodyPr>
          <a:p>
            <a:pPr defTabSz="914400">
              <a:lnSpc>
                <a:spcPct val="100000"/>
              </a:lnSpc>
            </a:pPr>
            <a:endParaRPr b="0" lang="en-US" sz="4200" strike="noStrike" u="none">
              <a:solidFill>
                <a:schemeClr val="lt1"/>
              </a:solidFill>
              <a:uFillTx/>
              <a:latin typeface="Corbel"/>
            </a:endParaRPr>
          </a:p>
        </p:txBody>
      </p:sp>
      <p:grpSp>
        <p:nvGrpSpPr>
          <p:cNvPr id="114" name="Group 8"/>
          <p:cNvGrpSpPr/>
          <p:nvPr/>
        </p:nvGrpSpPr>
        <p:grpSpPr>
          <a:xfrm>
            <a:off x="284040" y="6263280"/>
            <a:ext cx="8575920" cy="137160"/>
            <a:chOff x="284040" y="6263280"/>
            <a:chExt cx="8575920" cy="137160"/>
          </a:xfrm>
        </p:grpSpPr>
        <p:sp>
          <p:nvSpPr>
            <p:cNvPr id="115" name="Rectangle 9"/>
            <p:cNvSpPr/>
            <p:nvPr/>
          </p:nvSpPr>
          <p:spPr>
            <a:xfrm>
              <a:off x="284040" y="626328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16" name="Rectangle 10"/>
            <p:cNvSpPr/>
            <p:nvPr/>
          </p:nvSpPr>
          <p:spPr>
            <a:xfrm>
              <a:off x="3026520" y="626328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17" name="Rectangle 11"/>
            <p:cNvSpPr/>
            <p:nvPr/>
          </p:nvSpPr>
          <p:spPr>
            <a:xfrm>
              <a:off x="4626720" y="62632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118" name="TextBox 12"/>
          <p:cNvSpPr/>
          <p:nvPr/>
        </p:nvSpPr>
        <p:spPr>
          <a:xfrm>
            <a:off x="8234280" y="4801680"/>
            <a:ext cx="579960" cy="638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3600" strike="noStrike" u="none">
                <a:solidFill>
                  <a:schemeClr val="lt1"/>
                </a:solidFill>
                <a:uFillTx/>
                <a:latin typeface="Wingdings"/>
              </a:rPr>
              <a:t></a:t>
            </a:r>
            <a:endParaRPr b="0" lang="en-US" sz="3600" strike="noStrike" u="none">
              <a:solidFill>
                <a:srgbClr val="000000"/>
              </a:solidFill>
              <a:uFillTx/>
              <a:latin typeface="Arial"/>
            </a:endParaRPr>
          </a:p>
        </p:txBody>
      </p:sp>
      <p:sp>
        <p:nvSpPr>
          <p:cNvPr id="119" name="PlaceHolder 1"/>
          <p:cNvSpPr>
            <a:spLocks noGrp="1"/>
          </p:cNvSpPr>
          <p:nvPr>
            <p:ph type="title"/>
          </p:nvPr>
        </p:nvSpPr>
        <p:spPr>
          <a:xfrm>
            <a:off x="429840" y="4814280"/>
            <a:ext cx="7772040" cy="1051200"/>
          </a:xfrm>
          <a:prstGeom prst="rect">
            <a:avLst/>
          </a:prstGeom>
          <a:noFill/>
          <a:ln w="0">
            <a:noFill/>
          </a:ln>
        </p:spPr>
        <p:txBody>
          <a:bodyPr lIns="91440" rIns="91440" tIns="45720" bIns="45720" anchor="b">
            <a:normAutofit/>
          </a:bodyPr>
          <a:p>
            <a:pPr indent="0" defTabSz="914400">
              <a:lnSpc>
                <a:spcPct val="100000"/>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120" name="PlaceHolder 2"/>
          <p:cNvSpPr>
            <a:spLocks noGrp="1"/>
          </p:cNvSpPr>
          <p:nvPr>
            <p:ph type="body"/>
          </p:nvPr>
        </p:nvSpPr>
        <p:spPr>
          <a:xfrm>
            <a:off x="475560" y="5861160"/>
            <a:ext cx="7735320" cy="402120"/>
          </a:xfrm>
          <a:prstGeom prst="rect">
            <a:avLst/>
          </a:prstGeom>
          <a:noFill/>
          <a:ln w="0">
            <a:noFill/>
          </a:ln>
        </p:spPr>
        <p:txBody>
          <a:bodyPr lIns="91440" rIns="91440" tIns="45720" bIns="45720" anchor="t">
            <a:normAutofit/>
          </a:bodyPr>
          <a:p>
            <a:pPr indent="0" defTabSz="914400">
              <a:lnSpc>
                <a:spcPct val="100000"/>
              </a:lnSpc>
              <a:spcBef>
                <a:spcPts val="2001"/>
              </a:spcBef>
              <a:buNone/>
              <a:tabLst>
                <a:tab algn="l" pos="0"/>
              </a:tabLst>
            </a:pPr>
            <a:r>
              <a:rPr b="0" lang="fi-FI" sz="1800" strike="noStrike" u="none">
                <a:solidFill>
                  <a:schemeClr val="lt1"/>
                </a:solidFill>
                <a:uFillTx/>
                <a:latin typeface="Calibri"/>
              </a:rPr>
              <a:t>Click to edit Master text styles</a:t>
            </a:r>
            <a:endParaRPr b="0" lang="en-US" sz="1800" strike="noStrike" u="none">
              <a:solidFill>
                <a:schemeClr val="dk1">
                  <a:lumMod val="85000"/>
                  <a:lumOff val="15000"/>
                </a:schemeClr>
              </a:solidFill>
              <a:uFillTx/>
              <a:latin typeface="Calibri"/>
            </a:endParaRPr>
          </a:p>
        </p:txBody>
      </p:sp>
      <p:sp>
        <p:nvSpPr>
          <p:cNvPr id="121" name="PlaceHolder 3"/>
          <p:cNvSpPr>
            <a:spLocks noGrp="1"/>
          </p:cNvSpPr>
          <p:nvPr>
            <p:ph type="dt" idx="31"/>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122" name="PlaceHolder 4"/>
          <p:cNvSpPr>
            <a:spLocks noGrp="1"/>
          </p:cNvSpPr>
          <p:nvPr>
            <p:ph type="ftr" idx="32"/>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123" name="PlaceHolder 5"/>
          <p:cNvSpPr>
            <a:spLocks noGrp="1"/>
          </p:cNvSpPr>
          <p:nvPr>
            <p:ph type="sldNum" idx="33"/>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6562E3E7-633C-46BC-928B-C90B0546874A}"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PlaceHolder 1"/>
          <p:cNvSpPr>
            <a:spLocks noGrp="1"/>
          </p:cNvSpPr>
          <p:nvPr>
            <p:ph type="body"/>
          </p:nvPr>
        </p:nvSpPr>
        <p:spPr>
          <a:xfrm>
            <a:off x="284040" y="443880"/>
            <a:ext cx="8573760" cy="4370040"/>
          </a:xfrm>
          <a:prstGeom prst="rect">
            <a:avLst/>
          </a:prstGeom>
          <a:noFill/>
          <a:ln w="0">
            <a:noFill/>
          </a:ln>
        </p:spPr>
        <p:txBody>
          <a:bodyPr lIns="90000" rIns="90000" tIns="45000" bIns="45000" anchor="t">
            <a:noAutofit/>
          </a:bodyPr>
          <a:p>
            <a:pPr indent="0" defTabSz="914400">
              <a:lnSpc>
                <a:spcPct val="100000"/>
              </a:lnSpc>
              <a:buNone/>
            </a:pPr>
            <a:r>
              <a:rPr b="0" lang="fi-FI" sz="1800" strike="noStrike" u="none">
                <a:solidFill>
                  <a:schemeClr val="dk1"/>
                </a:solidFill>
                <a:uFillTx/>
                <a:latin typeface="Calibri"/>
              </a:rPr>
              <a:t>Drag picture to placeholder or click icon to add</a:t>
            </a:r>
            <a:endParaRPr b="0" lang="en-US" sz="1800" strike="noStrike" u="none">
              <a:solidFill>
                <a:schemeClr val="dk1">
                  <a:lumMod val="85000"/>
                  <a:lumOff val="15000"/>
                </a:schemeClr>
              </a:solidFill>
              <a:uFillTx/>
              <a:latin typeface="Calibri"/>
            </a:endParaRPr>
          </a:p>
        </p:txBody>
      </p:sp>
      <p:sp>
        <p:nvSpPr>
          <p:cNvPr id="125" name="PlaceHolder 2"/>
          <p:cNvSpPr>
            <a:spLocks noGrp="1"/>
          </p:cNvSpPr>
          <p:nvPr>
            <p:ph type="dt" idx="34"/>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 </a:t>
            </a:r>
            <a:endParaRPr b="0" lang="en-US" sz="1100" strike="noStrike" u="none">
              <a:solidFill>
                <a:srgbClr val="000000"/>
              </a:solidFill>
              <a:uFillTx/>
              <a:latin typeface="Times New Roman"/>
            </a:endParaRPr>
          </a:p>
        </p:txBody>
      </p:sp>
      <p:sp>
        <p:nvSpPr>
          <p:cNvPr id="126" name="PlaceHolder 3"/>
          <p:cNvSpPr>
            <a:spLocks noGrp="1"/>
          </p:cNvSpPr>
          <p:nvPr>
            <p:ph type="ftr" idx="35"/>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127" name="PlaceHolder 4"/>
          <p:cNvSpPr>
            <a:spLocks noGrp="1"/>
          </p:cNvSpPr>
          <p:nvPr>
            <p:ph type="sldNum" idx="36"/>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48568317-81F1-4C7C-92C7-C7893444EE6C}" type="slidenum">
              <a:rPr b="1" lang="en-US" sz="1400" strike="noStrike" u="none">
                <a:solidFill>
                  <a:schemeClr val="dk1">
                    <a:lumMod val="85000"/>
                    <a:lumOff val="15000"/>
                  </a:schemeClr>
                </a:solidFill>
                <a:uFillTx/>
                <a:latin typeface="Calibri"/>
              </a:rPr>
              <a:t>1</a:t>
            </a:fld>
            <a:endParaRPr b="0" lang="en-US" sz="1400" strike="noStrike" u="none">
              <a:solidFill>
                <a:srgbClr val="000000"/>
              </a:solidFill>
              <a:uFillTx/>
              <a:latin typeface="Times New Roman"/>
            </a:endParaRPr>
          </a:p>
        </p:txBody>
      </p:sp>
      <p:sp>
        <p:nvSpPr>
          <p:cNvPr id="128" name="Rectangle 6"/>
          <p:cNvSpPr/>
          <p:nvPr/>
        </p:nvSpPr>
        <p:spPr>
          <a:xfrm>
            <a:off x="284040" y="4801680"/>
            <a:ext cx="8573760" cy="1468080"/>
          </a:xfrm>
          <a:prstGeom prst="rect">
            <a:avLst/>
          </a:prstGeom>
          <a:solidFill>
            <a:schemeClr val="tx1">
              <a:lumMod val="85000"/>
              <a:lumOff val="15000"/>
              <a:alpha val="85000"/>
            </a:schemeClr>
          </a:solidFill>
          <a:ln w="0">
            <a:noFill/>
          </a:ln>
        </p:spPr>
        <p:style>
          <a:lnRef idx="0"/>
          <a:fillRef idx="0"/>
          <a:effectRef idx="0"/>
          <a:fontRef idx="minor"/>
        </p:style>
        <p:txBody>
          <a:bodyPr rIns="182880" bIns="365760" anchor="b">
            <a:normAutofit/>
          </a:bodyPr>
          <a:p>
            <a:pPr defTabSz="914400">
              <a:lnSpc>
                <a:spcPct val="100000"/>
              </a:lnSpc>
            </a:pPr>
            <a:endParaRPr b="0" lang="en-US" sz="4200" strike="noStrike" u="none">
              <a:solidFill>
                <a:schemeClr val="lt1"/>
              </a:solidFill>
              <a:uFillTx/>
              <a:latin typeface="Corbel"/>
            </a:endParaRPr>
          </a:p>
        </p:txBody>
      </p:sp>
      <p:grpSp>
        <p:nvGrpSpPr>
          <p:cNvPr id="129" name="Group 7"/>
          <p:cNvGrpSpPr/>
          <p:nvPr/>
        </p:nvGrpSpPr>
        <p:grpSpPr>
          <a:xfrm>
            <a:off x="284040" y="6263280"/>
            <a:ext cx="8575920" cy="137160"/>
            <a:chOff x="284040" y="6263280"/>
            <a:chExt cx="8575920" cy="137160"/>
          </a:xfrm>
        </p:grpSpPr>
        <p:sp>
          <p:nvSpPr>
            <p:cNvPr id="130" name="Rectangle 8"/>
            <p:cNvSpPr/>
            <p:nvPr/>
          </p:nvSpPr>
          <p:spPr>
            <a:xfrm>
              <a:off x="284040" y="6263280"/>
              <a:ext cx="2742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31" name="Rectangle 9"/>
            <p:cNvSpPr/>
            <p:nvPr/>
          </p:nvSpPr>
          <p:spPr>
            <a:xfrm>
              <a:off x="3026520" y="6263280"/>
              <a:ext cx="1599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32" name="Rectangle 10"/>
            <p:cNvSpPr/>
            <p:nvPr/>
          </p:nvSpPr>
          <p:spPr>
            <a:xfrm>
              <a:off x="4626720" y="62632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133" name="TextBox 11"/>
          <p:cNvSpPr/>
          <p:nvPr/>
        </p:nvSpPr>
        <p:spPr>
          <a:xfrm>
            <a:off x="8234280" y="4801680"/>
            <a:ext cx="579960" cy="638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3600" strike="noStrike" u="none">
                <a:solidFill>
                  <a:schemeClr val="lt1"/>
                </a:solidFill>
                <a:uFillTx/>
                <a:latin typeface="Wingdings"/>
              </a:rPr>
              <a:t></a:t>
            </a:r>
            <a:endParaRPr b="0" lang="en-US" sz="3600" strike="noStrike" u="none">
              <a:solidFill>
                <a:srgbClr val="000000"/>
              </a:solidFill>
              <a:uFillTx/>
              <a:latin typeface="Arial"/>
            </a:endParaRPr>
          </a:p>
        </p:txBody>
      </p:sp>
      <p:sp>
        <p:nvSpPr>
          <p:cNvPr id="134" name="PlaceHolder 5"/>
          <p:cNvSpPr>
            <a:spLocks noGrp="1"/>
          </p:cNvSpPr>
          <p:nvPr>
            <p:ph type="title"/>
          </p:nvPr>
        </p:nvSpPr>
        <p:spPr>
          <a:xfrm>
            <a:off x="430200" y="4813920"/>
            <a:ext cx="7772040" cy="1048680"/>
          </a:xfrm>
          <a:prstGeom prst="rect">
            <a:avLst/>
          </a:prstGeom>
          <a:noFill/>
          <a:ln w="0">
            <a:noFill/>
          </a:ln>
        </p:spPr>
        <p:txBody>
          <a:bodyPr lIns="91440" rIns="91440" tIns="45720" bIns="45720" anchor="b">
            <a:normAutofit/>
          </a:bodyPr>
          <a:p>
            <a:pPr indent="0" defTabSz="914400">
              <a:lnSpc>
                <a:spcPct val="100000"/>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135" name="PlaceHolder 6"/>
          <p:cNvSpPr>
            <a:spLocks noGrp="1"/>
          </p:cNvSpPr>
          <p:nvPr>
            <p:ph type="body"/>
          </p:nvPr>
        </p:nvSpPr>
        <p:spPr>
          <a:xfrm>
            <a:off x="470520" y="5862960"/>
            <a:ext cx="7731720" cy="40320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fi-FI" sz="1800" strike="noStrike" u="none">
                <a:solidFill>
                  <a:schemeClr val="lt1"/>
                </a:solidFill>
                <a:uFillTx/>
                <a:latin typeface="Calibri"/>
              </a:rPr>
              <a:t>Click to edit Master text styles</a:t>
            </a:r>
            <a:endParaRPr b="0" lang="en-US" sz="1800" strike="noStrike" u="none">
              <a:solidFill>
                <a:schemeClr val="dk1">
                  <a:lumMod val="85000"/>
                  <a:lumOff val="15000"/>
                </a:schemeClr>
              </a:solidFill>
              <a:uFillTx/>
              <a:latin typeface="Calibri"/>
            </a:endParaRPr>
          </a:p>
        </p:txBody>
      </p:sp>
    </p:spTree>
  </p:cSld>
  <p:clrMap bg1="lt1" tx1="dk1" bg2="lt2"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Rectangle 7"/>
          <p:cNvSpPr/>
          <p:nvPr/>
        </p:nvSpPr>
        <p:spPr>
          <a:xfrm>
            <a:off x="284040" y="455760"/>
            <a:ext cx="8573760" cy="113364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nvGrpSpPr>
          <p:cNvPr id="137" name="Group 8"/>
          <p:cNvGrpSpPr/>
          <p:nvPr/>
        </p:nvGrpSpPr>
        <p:grpSpPr>
          <a:xfrm>
            <a:off x="284040" y="1577880"/>
            <a:ext cx="8575920" cy="137160"/>
            <a:chOff x="284040" y="1577880"/>
            <a:chExt cx="8575920" cy="137160"/>
          </a:xfrm>
        </p:grpSpPr>
        <p:sp>
          <p:nvSpPr>
            <p:cNvPr id="138" name="Rectangle 9"/>
            <p:cNvSpPr/>
            <p:nvPr/>
          </p:nvSpPr>
          <p:spPr>
            <a:xfrm>
              <a:off x="284040" y="1577880"/>
              <a:ext cx="1599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39" name="Rectangle 10"/>
            <p:cNvSpPr/>
            <p:nvPr/>
          </p:nvSpPr>
          <p:spPr>
            <a:xfrm>
              <a:off x="1885320" y="1577880"/>
              <a:ext cx="2742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40" name="Rectangle 11"/>
            <p:cNvSpPr/>
            <p:nvPr/>
          </p:nvSpPr>
          <p:spPr>
            <a:xfrm>
              <a:off x="4626720" y="15778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141" name="PlaceHolder 1"/>
          <p:cNvSpPr>
            <a:spLocks noGrp="1"/>
          </p:cNvSpPr>
          <p:nvPr>
            <p:ph type="title"/>
          </p:nvPr>
        </p:nvSpPr>
        <p:spPr>
          <a:xfrm>
            <a:off x="284040" y="630360"/>
            <a:ext cx="8573760" cy="967320"/>
          </a:xfrm>
          <a:prstGeom prst="rect">
            <a:avLst/>
          </a:prstGeom>
          <a:solidFill>
            <a:schemeClr val="dk1">
              <a:lumMod val="85000"/>
              <a:lumOff val="15000"/>
              <a:alpha val="70000"/>
            </a:schemeClr>
          </a:solidFill>
          <a:ln w="0">
            <a:noFill/>
          </a:ln>
        </p:spPr>
        <p:txBody>
          <a:bodyPr lIns="91440" rIns="91440" tIns="45720" bIns="45720" anchor="ctr">
            <a:noAutofit/>
          </a:bodyPr>
          <a:p>
            <a:pPr indent="0" algn="r" defTabSz="914400">
              <a:lnSpc>
                <a:spcPct val="100000"/>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142" name="PlaceHolder 2"/>
          <p:cNvSpPr>
            <a:spLocks noGrp="1"/>
          </p:cNvSpPr>
          <p:nvPr>
            <p:ph type="body"/>
          </p:nvPr>
        </p:nvSpPr>
        <p:spPr>
          <a:xfrm>
            <a:off x="403560" y="2151000"/>
            <a:ext cx="3931560" cy="3974760"/>
          </a:xfrm>
          <a:prstGeom prst="rect">
            <a:avLst/>
          </a:prstGeom>
          <a:noFill/>
          <a:ln w="0">
            <a:noFill/>
          </a:ln>
        </p:spPr>
        <p:txBody>
          <a:bodyPr lIns="91440" rIns="91440" tIns="45720" bIns="45720" anchor="t">
            <a:normAutofit/>
          </a:bodyPr>
          <a:p>
            <a:pPr marL="453960" indent="-453960" defTabSz="914400">
              <a:lnSpc>
                <a:spcPct val="100000"/>
              </a:lnSpc>
              <a:spcBef>
                <a:spcPts val="2001"/>
              </a:spcBef>
              <a:buClr>
                <a:srgbClr val="a6a6a6"/>
              </a:buClr>
              <a:buSzPct val="90000"/>
              <a:buFont typeface="Wingdings" charset="2"/>
              <a:buChar char=""/>
            </a:pPr>
            <a:r>
              <a:rPr b="0" lang="fi-FI" sz="2200" strike="noStrike" u="none">
                <a:solidFill>
                  <a:schemeClr val="dk1">
                    <a:lumMod val="85000"/>
                    <a:lumOff val="15000"/>
                  </a:schemeClr>
                </a:solidFill>
                <a:uFillTx/>
                <a:latin typeface="Calibri"/>
              </a:rPr>
              <a:t>Click to edit Master text styles</a:t>
            </a:r>
            <a:endParaRPr b="0" lang="en-US" sz="22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000" strike="noStrike" u="none">
                <a:solidFill>
                  <a:schemeClr val="dk1">
                    <a:lumMod val="85000"/>
                    <a:lumOff val="15000"/>
                  </a:schemeClr>
                </a:solidFill>
                <a:uFillTx/>
                <a:latin typeface="Calibri"/>
              </a:rPr>
              <a:t>Second level</a:t>
            </a:r>
            <a:endParaRPr b="0" lang="en-US" sz="20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Third level</a:t>
            </a:r>
            <a:endParaRPr b="0" lang="en-US" sz="18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143" name="PlaceHolder 3"/>
          <p:cNvSpPr>
            <a:spLocks noGrp="1"/>
          </p:cNvSpPr>
          <p:nvPr>
            <p:ph type="body"/>
          </p:nvPr>
        </p:nvSpPr>
        <p:spPr>
          <a:xfrm>
            <a:off x="4778280" y="2151000"/>
            <a:ext cx="3931560" cy="3974760"/>
          </a:xfrm>
          <a:prstGeom prst="rect">
            <a:avLst/>
          </a:prstGeom>
          <a:noFill/>
          <a:ln w="0">
            <a:noFill/>
          </a:ln>
        </p:spPr>
        <p:txBody>
          <a:bodyPr lIns="91440" rIns="91440" tIns="45720" bIns="45720" anchor="t">
            <a:normAutofit/>
          </a:bodyPr>
          <a:p>
            <a:pPr marL="453960" indent="-453960" defTabSz="914400">
              <a:lnSpc>
                <a:spcPct val="100000"/>
              </a:lnSpc>
              <a:spcBef>
                <a:spcPts val="2001"/>
              </a:spcBef>
              <a:buClr>
                <a:srgbClr val="a6a6a6"/>
              </a:buClr>
              <a:buSzPct val="90000"/>
              <a:buFont typeface="Wingdings" charset="2"/>
              <a:buChar char=""/>
            </a:pPr>
            <a:r>
              <a:rPr b="0" lang="fi-FI" sz="2200" strike="noStrike" u="none">
                <a:solidFill>
                  <a:schemeClr val="dk1">
                    <a:lumMod val="85000"/>
                    <a:lumOff val="15000"/>
                  </a:schemeClr>
                </a:solidFill>
                <a:uFillTx/>
                <a:latin typeface="Calibri"/>
              </a:rPr>
              <a:t>Click to edit Master text styles</a:t>
            </a:r>
            <a:endParaRPr b="0" lang="en-US" sz="22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000" strike="noStrike" u="none">
                <a:solidFill>
                  <a:schemeClr val="dk1">
                    <a:lumMod val="85000"/>
                    <a:lumOff val="15000"/>
                  </a:schemeClr>
                </a:solidFill>
                <a:uFillTx/>
                <a:latin typeface="Calibri"/>
              </a:rPr>
              <a:t>Second level</a:t>
            </a:r>
            <a:endParaRPr b="0" lang="en-US" sz="20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Third level</a:t>
            </a:r>
            <a:endParaRPr b="0" lang="en-US" sz="18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144" name="PlaceHolder 4"/>
          <p:cNvSpPr>
            <a:spLocks noGrp="1"/>
          </p:cNvSpPr>
          <p:nvPr>
            <p:ph type="dt" idx="37"/>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145" name="PlaceHolder 5"/>
          <p:cNvSpPr>
            <a:spLocks noGrp="1"/>
          </p:cNvSpPr>
          <p:nvPr>
            <p:ph type="ftr" idx="38"/>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146" name="PlaceHolder 6"/>
          <p:cNvSpPr>
            <a:spLocks noGrp="1"/>
          </p:cNvSpPr>
          <p:nvPr>
            <p:ph type="sldNum" idx="39"/>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E75BB21F-CA21-4CAC-A6E2-CACE0046CD08}"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Rectangle 9"/>
          <p:cNvSpPr/>
          <p:nvPr/>
        </p:nvSpPr>
        <p:spPr>
          <a:xfrm>
            <a:off x="284040" y="455760"/>
            <a:ext cx="8573760" cy="113364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nvGrpSpPr>
          <p:cNvPr id="151" name="Group 10"/>
          <p:cNvGrpSpPr/>
          <p:nvPr/>
        </p:nvGrpSpPr>
        <p:grpSpPr>
          <a:xfrm>
            <a:off x="284040" y="1577880"/>
            <a:ext cx="8575920" cy="137160"/>
            <a:chOff x="284040" y="1577880"/>
            <a:chExt cx="8575920" cy="137160"/>
          </a:xfrm>
        </p:grpSpPr>
        <p:sp>
          <p:nvSpPr>
            <p:cNvPr id="152" name="Rectangle 11"/>
            <p:cNvSpPr/>
            <p:nvPr/>
          </p:nvSpPr>
          <p:spPr>
            <a:xfrm>
              <a:off x="284040" y="1577880"/>
              <a:ext cx="1599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53" name="Rectangle 12"/>
            <p:cNvSpPr/>
            <p:nvPr/>
          </p:nvSpPr>
          <p:spPr>
            <a:xfrm>
              <a:off x="1885320" y="1577880"/>
              <a:ext cx="2742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54" name="Rectangle 13"/>
            <p:cNvSpPr/>
            <p:nvPr/>
          </p:nvSpPr>
          <p:spPr>
            <a:xfrm>
              <a:off x="4626720" y="15778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155" name="PlaceHolder 1"/>
          <p:cNvSpPr>
            <a:spLocks noGrp="1"/>
          </p:cNvSpPr>
          <p:nvPr>
            <p:ph type="title"/>
          </p:nvPr>
        </p:nvSpPr>
        <p:spPr>
          <a:xfrm>
            <a:off x="284040" y="630360"/>
            <a:ext cx="8573760" cy="967320"/>
          </a:xfrm>
          <a:prstGeom prst="rect">
            <a:avLst/>
          </a:prstGeom>
          <a:solidFill>
            <a:schemeClr val="dk1">
              <a:lumMod val="85000"/>
              <a:lumOff val="15000"/>
              <a:alpha val="70000"/>
            </a:schemeClr>
          </a:solidFill>
          <a:ln w="0">
            <a:noFill/>
          </a:ln>
        </p:spPr>
        <p:txBody>
          <a:bodyPr lIns="91440" rIns="91440" tIns="45720" bIns="45720" anchor="ctr">
            <a:noAutofit/>
          </a:bodyPr>
          <a:p>
            <a:pPr indent="0" algn="r" defTabSz="914400">
              <a:lnSpc>
                <a:spcPct val="100000"/>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156" name="PlaceHolder 2"/>
          <p:cNvSpPr>
            <a:spLocks noGrp="1"/>
          </p:cNvSpPr>
          <p:nvPr>
            <p:ph type="body"/>
          </p:nvPr>
        </p:nvSpPr>
        <p:spPr>
          <a:xfrm>
            <a:off x="403560" y="1735200"/>
            <a:ext cx="3931560" cy="833040"/>
          </a:xfrm>
          <a:prstGeom prst="rect">
            <a:avLst/>
          </a:prstGeom>
          <a:noFill/>
          <a:ln w="0">
            <a:noFill/>
          </a:ln>
        </p:spPr>
        <p:txBody>
          <a:bodyPr lIns="91440" rIns="91440" tIns="45720" bIns="45720" anchor="b">
            <a:noAutofit/>
          </a:bodyPr>
          <a:p>
            <a:pPr indent="0" algn="ctr" defTabSz="914400">
              <a:lnSpc>
                <a:spcPct val="100000"/>
              </a:lnSpc>
              <a:spcBef>
                <a:spcPts val="601"/>
              </a:spcBef>
              <a:buNone/>
              <a:tabLst>
                <a:tab algn="l" pos="0"/>
              </a:tabLst>
            </a:pPr>
            <a:r>
              <a:rPr b="0" lang="fi-FI" sz="2600" strike="noStrike" u="none">
                <a:solidFill>
                  <a:schemeClr val="accent1"/>
                </a:solidFill>
                <a:uFillTx/>
                <a:latin typeface="Calibri"/>
              </a:rPr>
              <a:t>Click to edit Master text styles</a:t>
            </a:r>
            <a:endParaRPr b="0" lang="en-US" sz="2600" strike="noStrike" u="none">
              <a:solidFill>
                <a:schemeClr val="dk1">
                  <a:lumMod val="85000"/>
                  <a:lumOff val="15000"/>
                </a:schemeClr>
              </a:solidFill>
              <a:uFillTx/>
              <a:latin typeface="Calibri"/>
            </a:endParaRPr>
          </a:p>
        </p:txBody>
      </p:sp>
      <p:sp>
        <p:nvSpPr>
          <p:cNvPr id="157" name="PlaceHolder 3"/>
          <p:cNvSpPr>
            <a:spLocks noGrp="1"/>
          </p:cNvSpPr>
          <p:nvPr>
            <p:ph type="body"/>
          </p:nvPr>
        </p:nvSpPr>
        <p:spPr>
          <a:xfrm>
            <a:off x="403560" y="2590920"/>
            <a:ext cx="3931560" cy="3534840"/>
          </a:xfrm>
          <a:prstGeom prst="rect">
            <a:avLst/>
          </a:prstGeom>
          <a:noFill/>
          <a:ln w="0">
            <a:noFill/>
          </a:ln>
        </p:spPr>
        <p:txBody>
          <a:bodyPr lIns="91440" rIns="91440" tIns="45720" bIns="45720" anchor="t">
            <a:normAutofit/>
          </a:bodyPr>
          <a:p>
            <a:pPr marL="453960" indent="-453960" defTabSz="914400">
              <a:lnSpc>
                <a:spcPct val="100000"/>
              </a:lnSpc>
              <a:spcBef>
                <a:spcPts val="2001"/>
              </a:spcBef>
              <a:buClr>
                <a:srgbClr val="a6a6a6"/>
              </a:buClr>
              <a:buSzPct val="90000"/>
              <a:buFont typeface="Wingdings" charset="2"/>
              <a:buChar char=""/>
            </a:pPr>
            <a:r>
              <a:rPr b="0" lang="fi-FI" sz="2200" strike="noStrike" u="none">
                <a:solidFill>
                  <a:schemeClr val="dk1">
                    <a:lumMod val="85000"/>
                    <a:lumOff val="15000"/>
                  </a:schemeClr>
                </a:solidFill>
                <a:uFillTx/>
                <a:latin typeface="Calibri"/>
              </a:rPr>
              <a:t>Click to edit Master text styles</a:t>
            </a:r>
            <a:endParaRPr b="0" lang="en-US" sz="22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000" strike="noStrike" u="none">
                <a:solidFill>
                  <a:schemeClr val="dk1">
                    <a:lumMod val="85000"/>
                    <a:lumOff val="15000"/>
                  </a:schemeClr>
                </a:solidFill>
                <a:uFillTx/>
                <a:latin typeface="Calibri"/>
              </a:rPr>
              <a:t>Second level</a:t>
            </a:r>
            <a:endParaRPr b="0" lang="en-US" sz="20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Third level</a:t>
            </a:r>
            <a:endParaRPr b="0" lang="en-US" sz="18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158" name="PlaceHolder 4"/>
          <p:cNvSpPr>
            <a:spLocks noGrp="1"/>
          </p:cNvSpPr>
          <p:nvPr>
            <p:ph type="body"/>
          </p:nvPr>
        </p:nvSpPr>
        <p:spPr>
          <a:xfrm>
            <a:off x="4779360" y="1735200"/>
            <a:ext cx="3931560" cy="833040"/>
          </a:xfrm>
          <a:prstGeom prst="rect">
            <a:avLst/>
          </a:prstGeom>
          <a:noFill/>
          <a:ln w="0">
            <a:noFill/>
          </a:ln>
        </p:spPr>
        <p:txBody>
          <a:bodyPr lIns="91440" rIns="91440" tIns="45720" bIns="45720" anchor="b">
            <a:noAutofit/>
          </a:bodyPr>
          <a:p>
            <a:pPr indent="0" algn="ctr" defTabSz="914400">
              <a:lnSpc>
                <a:spcPct val="100000"/>
              </a:lnSpc>
              <a:spcBef>
                <a:spcPts val="601"/>
              </a:spcBef>
              <a:buNone/>
              <a:tabLst>
                <a:tab algn="l" pos="0"/>
              </a:tabLst>
            </a:pPr>
            <a:r>
              <a:rPr b="0" lang="fi-FI" sz="2600" strike="noStrike" u="none">
                <a:solidFill>
                  <a:schemeClr val="accent2"/>
                </a:solidFill>
                <a:uFillTx/>
                <a:latin typeface="Calibri"/>
              </a:rPr>
              <a:t>Click to edit Master text styles</a:t>
            </a:r>
            <a:endParaRPr b="0" lang="en-US" sz="2600" strike="noStrike" u="none">
              <a:solidFill>
                <a:schemeClr val="dk1">
                  <a:lumMod val="85000"/>
                  <a:lumOff val="15000"/>
                </a:schemeClr>
              </a:solidFill>
              <a:uFillTx/>
              <a:latin typeface="Calibri"/>
            </a:endParaRPr>
          </a:p>
        </p:txBody>
      </p:sp>
      <p:sp>
        <p:nvSpPr>
          <p:cNvPr id="159" name="PlaceHolder 5"/>
          <p:cNvSpPr>
            <a:spLocks noGrp="1"/>
          </p:cNvSpPr>
          <p:nvPr>
            <p:ph type="body"/>
          </p:nvPr>
        </p:nvSpPr>
        <p:spPr>
          <a:xfrm>
            <a:off x="4779360" y="2590920"/>
            <a:ext cx="3931560" cy="3534840"/>
          </a:xfrm>
          <a:prstGeom prst="rect">
            <a:avLst/>
          </a:prstGeom>
          <a:noFill/>
          <a:ln w="0">
            <a:noFill/>
          </a:ln>
        </p:spPr>
        <p:txBody>
          <a:bodyPr lIns="91440" rIns="91440" tIns="45720" bIns="45720" anchor="t">
            <a:normAutofit/>
          </a:bodyPr>
          <a:p>
            <a:pPr marL="453960" indent="-453960" defTabSz="914400">
              <a:lnSpc>
                <a:spcPct val="100000"/>
              </a:lnSpc>
              <a:spcBef>
                <a:spcPts val="2001"/>
              </a:spcBef>
              <a:buClr>
                <a:srgbClr val="a6a6a6"/>
              </a:buClr>
              <a:buSzPct val="90000"/>
              <a:buFont typeface="Wingdings" charset="2"/>
              <a:buChar char=""/>
            </a:pPr>
            <a:r>
              <a:rPr b="0" lang="fi-FI" sz="2200" strike="noStrike" u="none">
                <a:solidFill>
                  <a:schemeClr val="dk1">
                    <a:lumMod val="85000"/>
                    <a:lumOff val="15000"/>
                  </a:schemeClr>
                </a:solidFill>
                <a:uFillTx/>
                <a:latin typeface="Calibri"/>
              </a:rPr>
              <a:t>Click to edit Master text styles</a:t>
            </a:r>
            <a:endParaRPr b="0" lang="en-US" sz="2200" strike="noStrike" u="none">
              <a:solidFill>
                <a:schemeClr val="dk1">
                  <a:lumMod val="85000"/>
                  <a:lumOff val="15000"/>
                </a:schemeClr>
              </a:solidFill>
              <a:uFillTx/>
              <a:latin typeface="Calibri"/>
            </a:endParaRPr>
          </a:p>
          <a:p>
            <a:pPr lvl="1" marL="914400" indent="-457200" defTabSz="914400">
              <a:lnSpc>
                <a:spcPct val="100000"/>
              </a:lnSpc>
              <a:spcBef>
                <a:spcPts val="601"/>
              </a:spcBef>
              <a:buClr>
                <a:srgbClr val="404040"/>
              </a:buClr>
              <a:buSzPct val="90000"/>
              <a:buFont typeface="Wingdings" charset="2"/>
              <a:buChar char=""/>
            </a:pPr>
            <a:r>
              <a:rPr b="0" lang="fi-FI" sz="2000" strike="noStrike" u="none">
                <a:solidFill>
                  <a:schemeClr val="dk1">
                    <a:lumMod val="85000"/>
                    <a:lumOff val="15000"/>
                  </a:schemeClr>
                </a:solidFill>
                <a:uFillTx/>
                <a:latin typeface="Calibri"/>
              </a:rPr>
              <a:t>Second level</a:t>
            </a:r>
            <a:endParaRPr b="0" lang="en-US" sz="2000" strike="noStrike" u="none">
              <a:solidFill>
                <a:schemeClr val="dk1">
                  <a:lumMod val="85000"/>
                  <a:lumOff val="15000"/>
                </a:schemeClr>
              </a:solidFill>
              <a:uFillTx/>
              <a:latin typeface="Calibri"/>
            </a:endParaRPr>
          </a:p>
          <a:p>
            <a:pPr lvl="2" marL="1260360" indent="-34596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Third level</a:t>
            </a:r>
            <a:endParaRPr b="0" lang="en-US" sz="1800" strike="noStrike" u="none">
              <a:solidFill>
                <a:schemeClr val="dk1">
                  <a:lumMod val="85000"/>
                  <a:lumOff val="15000"/>
                </a:schemeClr>
              </a:solidFill>
              <a:uFillTx/>
              <a:latin typeface="Calibri"/>
            </a:endParaRPr>
          </a:p>
          <a:p>
            <a:pPr lvl="3" marL="1600200" indent="-339840" defTabSz="914400">
              <a:lnSpc>
                <a:spcPct val="100000"/>
              </a:lnSpc>
              <a:spcBef>
                <a:spcPts val="601"/>
              </a:spcBef>
              <a:buClr>
                <a:srgbClr val="404040"/>
              </a:buClr>
              <a:buSzPct val="90000"/>
              <a:buFont typeface="Wingdings" charset="2"/>
              <a:buChar char=""/>
            </a:pPr>
            <a:r>
              <a:rPr b="0" lang="fi-FI" sz="1800" strike="noStrike" u="none">
                <a:solidFill>
                  <a:schemeClr val="dk1">
                    <a:lumMod val="85000"/>
                    <a:lumOff val="15000"/>
                  </a:schemeClr>
                </a:solidFill>
                <a:uFillTx/>
                <a:latin typeface="Calibri"/>
              </a:rPr>
              <a:t>Fourth level</a:t>
            </a:r>
            <a:endParaRPr b="0" lang="en-US" sz="1800" strike="noStrike" u="none">
              <a:solidFill>
                <a:schemeClr val="dk1">
                  <a:lumMod val="85000"/>
                  <a:lumOff val="15000"/>
                </a:schemeClr>
              </a:solidFill>
              <a:uFillTx/>
              <a:latin typeface="Calibri"/>
            </a:endParaRPr>
          </a:p>
          <a:p>
            <a:pPr lvl="4" marL="1940040" indent="-331920" defTabSz="914400">
              <a:lnSpc>
                <a:spcPct val="100000"/>
              </a:lnSpc>
              <a:spcBef>
                <a:spcPts val="601"/>
              </a:spcBef>
              <a:buClr>
                <a:srgbClr val="a6a6a6"/>
              </a:buClr>
              <a:buSzPct val="90000"/>
              <a:buFont typeface="Wingdings" charset="2"/>
              <a:buChar char=""/>
            </a:pPr>
            <a:r>
              <a:rPr b="0" lang="fi-FI" sz="1800" strike="noStrike" u="none">
                <a:solidFill>
                  <a:schemeClr val="dk1">
                    <a:lumMod val="85000"/>
                    <a:lumOff val="15000"/>
                  </a:schemeClr>
                </a:solidFill>
                <a:uFillTx/>
                <a:latin typeface="Calibri"/>
              </a:rPr>
              <a:t>Fifth level</a:t>
            </a:r>
            <a:endParaRPr b="0" lang="en-US" sz="1800" strike="noStrike" u="none">
              <a:solidFill>
                <a:schemeClr val="dk1">
                  <a:lumMod val="85000"/>
                  <a:lumOff val="15000"/>
                </a:schemeClr>
              </a:solidFill>
              <a:uFillTx/>
              <a:latin typeface="Calibri"/>
            </a:endParaRPr>
          </a:p>
        </p:txBody>
      </p:sp>
      <p:sp>
        <p:nvSpPr>
          <p:cNvPr id="160" name="PlaceHolder 6"/>
          <p:cNvSpPr>
            <a:spLocks noGrp="1"/>
          </p:cNvSpPr>
          <p:nvPr>
            <p:ph type="dt" idx="40"/>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&lt;date/time&gt;</a:t>
            </a:r>
            <a:endParaRPr b="0" lang="en-US" sz="1100" strike="noStrike" u="none">
              <a:solidFill>
                <a:srgbClr val="000000"/>
              </a:solidFill>
              <a:uFillTx/>
              <a:latin typeface="Times New Roman"/>
            </a:endParaRPr>
          </a:p>
        </p:txBody>
      </p:sp>
      <p:sp>
        <p:nvSpPr>
          <p:cNvPr id="161" name="PlaceHolder 7"/>
          <p:cNvSpPr>
            <a:spLocks noGrp="1"/>
          </p:cNvSpPr>
          <p:nvPr>
            <p:ph type="ftr" idx="41"/>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&lt;footer&gt;</a:t>
            </a:r>
            <a:endParaRPr b="0" lang="en-US" sz="1400" strike="noStrike" u="none">
              <a:solidFill>
                <a:srgbClr val="000000"/>
              </a:solidFill>
              <a:uFillTx/>
              <a:latin typeface="Times New Roman"/>
            </a:endParaRPr>
          </a:p>
        </p:txBody>
      </p:sp>
      <p:sp>
        <p:nvSpPr>
          <p:cNvPr id="162" name="PlaceHolder 8"/>
          <p:cNvSpPr>
            <a:spLocks noGrp="1"/>
          </p:cNvSpPr>
          <p:nvPr>
            <p:ph type="sldNum" idx="42"/>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29F03234-D8A0-45B3-9B43-97D48B1DEFAE}" type="slidenum">
              <a:rPr b="1" lang="en-US" sz="1400" strike="noStrike" u="none">
                <a:solidFill>
                  <a:schemeClr val="dk1">
                    <a:lumMod val="85000"/>
                    <a:lumOff val="15000"/>
                  </a:schemeClr>
                </a:solidFill>
                <a:uFillTx/>
                <a:latin typeface="Calibri"/>
              </a:rPr>
              <a:t>&lt;number&gt;</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Rectangle 5"/>
          <p:cNvSpPr/>
          <p:nvPr/>
        </p:nvSpPr>
        <p:spPr>
          <a:xfrm>
            <a:off x="284040" y="455760"/>
            <a:ext cx="8573760" cy="113364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nvGrpSpPr>
          <p:cNvPr id="164" name="Group 6"/>
          <p:cNvGrpSpPr/>
          <p:nvPr/>
        </p:nvGrpSpPr>
        <p:grpSpPr>
          <a:xfrm>
            <a:off x="284040" y="1577880"/>
            <a:ext cx="8575920" cy="137160"/>
            <a:chOff x="284040" y="1577880"/>
            <a:chExt cx="8575920" cy="137160"/>
          </a:xfrm>
        </p:grpSpPr>
        <p:sp>
          <p:nvSpPr>
            <p:cNvPr id="165" name="Rectangle 7"/>
            <p:cNvSpPr/>
            <p:nvPr/>
          </p:nvSpPr>
          <p:spPr>
            <a:xfrm>
              <a:off x="284040" y="1577880"/>
              <a:ext cx="159984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66" name="Rectangle 8"/>
            <p:cNvSpPr/>
            <p:nvPr/>
          </p:nvSpPr>
          <p:spPr>
            <a:xfrm>
              <a:off x="1885320" y="1577880"/>
              <a:ext cx="274284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67" name="Rectangle 9"/>
            <p:cNvSpPr/>
            <p:nvPr/>
          </p:nvSpPr>
          <p:spPr>
            <a:xfrm>
              <a:off x="4626720" y="1577880"/>
              <a:ext cx="423324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sp>
        <p:nvSpPr>
          <p:cNvPr id="168" name="PlaceHolder 1"/>
          <p:cNvSpPr>
            <a:spLocks noGrp="1"/>
          </p:cNvSpPr>
          <p:nvPr>
            <p:ph type="title"/>
          </p:nvPr>
        </p:nvSpPr>
        <p:spPr>
          <a:xfrm>
            <a:off x="284040" y="630360"/>
            <a:ext cx="8573760" cy="967320"/>
          </a:xfrm>
          <a:prstGeom prst="rect">
            <a:avLst/>
          </a:prstGeom>
          <a:solidFill>
            <a:schemeClr val="dk1">
              <a:lumMod val="85000"/>
              <a:lumOff val="15000"/>
              <a:alpha val="70000"/>
            </a:schemeClr>
          </a:solidFill>
          <a:ln w="0">
            <a:noFill/>
          </a:ln>
        </p:spPr>
        <p:txBody>
          <a:bodyPr lIns="91440" rIns="91440" tIns="45720" bIns="45720" anchor="ctr">
            <a:noAutofit/>
          </a:bodyPr>
          <a:p>
            <a:pPr indent="0" algn="r" defTabSz="914400">
              <a:lnSpc>
                <a:spcPct val="100000"/>
              </a:lnSpc>
              <a:buNone/>
            </a:pPr>
            <a:r>
              <a:rPr b="0" lang="fi-FI" sz="4200" strike="noStrike" u="none">
                <a:solidFill>
                  <a:schemeClr val="lt1"/>
                </a:solidFill>
                <a:uFillTx/>
                <a:latin typeface="Corbel"/>
              </a:rPr>
              <a:t>Click to edit Master title style</a:t>
            </a:r>
            <a:endParaRPr b="0" lang="en-US" sz="4200" strike="noStrike" u="none">
              <a:solidFill>
                <a:schemeClr val="dk1"/>
              </a:solidFill>
              <a:uFillTx/>
              <a:latin typeface="Calibri"/>
            </a:endParaRPr>
          </a:p>
        </p:txBody>
      </p:sp>
      <p:sp>
        <p:nvSpPr>
          <p:cNvPr id="169" name="PlaceHolder 2"/>
          <p:cNvSpPr>
            <a:spLocks noGrp="1"/>
          </p:cNvSpPr>
          <p:nvPr>
            <p:ph type="dt" idx="43"/>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 </a:t>
            </a:r>
            <a:endParaRPr b="0" lang="en-US" sz="1100" strike="noStrike" u="none">
              <a:solidFill>
                <a:srgbClr val="000000"/>
              </a:solidFill>
              <a:uFillTx/>
              <a:latin typeface="Times New Roman"/>
            </a:endParaRPr>
          </a:p>
        </p:txBody>
      </p:sp>
      <p:sp>
        <p:nvSpPr>
          <p:cNvPr id="170" name="PlaceHolder 3"/>
          <p:cNvSpPr>
            <a:spLocks noGrp="1"/>
          </p:cNvSpPr>
          <p:nvPr>
            <p:ph type="ftr" idx="44"/>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sp>
        <p:nvSpPr>
          <p:cNvPr id="171" name="PlaceHolder 4"/>
          <p:cNvSpPr>
            <a:spLocks noGrp="1"/>
          </p:cNvSpPr>
          <p:nvPr>
            <p:ph type="sldNum" idx="45"/>
          </p:nvPr>
        </p:nvSpPr>
        <p:spPr>
          <a:xfrm>
            <a:off x="8306280" y="167400"/>
            <a:ext cx="630360" cy="359280"/>
          </a:xfrm>
          <a:prstGeom prst="rect">
            <a:avLst/>
          </a:prstGeom>
          <a:noFill/>
          <a:ln w="0">
            <a:noFill/>
          </a:ln>
        </p:spPr>
        <p:txBody>
          <a:bodyPr lIns="91440" rIns="91440" tIns="45720" bIns="45720" anchor="ctr">
            <a:noAutofit/>
          </a:bodyPr>
          <a:lstStyle>
            <a:lvl1pPr indent="0" algn="r" defTabSz="914400">
              <a:lnSpc>
                <a:spcPct val="100000"/>
              </a:lnSpc>
              <a:buNone/>
              <a:defRPr b="1" lang="en-US" sz="1400" strike="noStrike" u="none">
                <a:solidFill>
                  <a:schemeClr val="dk1">
                    <a:lumMod val="85000"/>
                    <a:lumOff val="15000"/>
                  </a:schemeClr>
                </a:solidFill>
                <a:uFillTx/>
                <a:latin typeface="Calibri"/>
              </a:defRPr>
            </a:lvl1pPr>
          </a:lstStyle>
          <a:p>
            <a:pPr indent="0" algn="r" defTabSz="914400">
              <a:lnSpc>
                <a:spcPct val="100000"/>
              </a:lnSpc>
              <a:buNone/>
            </a:pPr>
            <a:fld id="{655EB148-CD51-4209-BD7C-EAAB9039370A}" type="slidenum">
              <a:rPr b="1" lang="en-US" sz="1400" strike="noStrike" u="none">
                <a:solidFill>
                  <a:schemeClr val="dk1">
                    <a:lumMod val="85000"/>
                    <a:lumOff val="15000"/>
                  </a:schemeClr>
                </a:solidFill>
                <a:uFillTx/>
                <a:latin typeface="Calibri"/>
              </a:rPr>
              <a:t>1</a:t>
            </a:fld>
            <a:endParaRPr b="0" lang="en-US" sz="1400" strike="noStrike" u="non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3" name="PlaceHolder 1"/>
          <p:cNvSpPr>
            <a:spLocks noGrp="1"/>
          </p:cNvSpPr>
          <p:nvPr>
            <p:ph type="dt" idx="46"/>
          </p:nvPr>
        </p:nvSpPr>
        <p:spPr>
          <a:xfrm>
            <a:off x="6795000" y="643716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1" lang="en-US" sz="1100" strike="noStrike" u="none">
                <a:solidFill>
                  <a:schemeClr val="lt1">
                    <a:lumMod val="65000"/>
                  </a:schemeClr>
                </a:solidFill>
                <a:uFillTx/>
                <a:latin typeface="Calibri"/>
              </a:defRPr>
            </a:lvl1pPr>
          </a:lstStyle>
          <a:p>
            <a:pPr indent="0" algn="r" defTabSz="914400">
              <a:lnSpc>
                <a:spcPct val="100000"/>
              </a:lnSpc>
              <a:buNone/>
            </a:pPr>
            <a:r>
              <a:rPr b="1" lang="en-US" sz="1100" strike="noStrike" u="none">
                <a:solidFill>
                  <a:schemeClr val="lt1">
                    <a:lumMod val="65000"/>
                  </a:schemeClr>
                </a:solidFill>
                <a:uFillTx/>
                <a:latin typeface="Calibri"/>
              </a:rPr>
              <a:t> </a:t>
            </a:r>
            <a:endParaRPr b="0" lang="en-US" sz="1100" strike="noStrike" u="none">
              <a:solidFill>
                <a:srgbClr val="000000"/>
              </a:solidFill>
              <a:uFillTx/>
              <a:latin typeface="Times New Roman"/>
            </a:endParaRPr>
          </a:p>
        </p:txBody>
      </p:sp>
      <p:sp>
        <p:nvSpPr>
          <p:cNvPr id="174" name="PlaceHolder 2"/>
          <p:cNvSpPr>
            <a:spLocks noGrp="1"/>
          </p:cNvSpPr>
          <p:nvPr>
            <p:ph type="ftr" idx="47"/>
          </p:nvPr>
        </p:nvSpPr>
        <p:spPr>
          <a:xfrm>
            <a:off x="199800" y="6437160"/>
            <a:ext cx="6124680" cy="364680"/>
          </a:xfrm>
          <a:prstGeom prst="rect">
            <a:avLst/>
          </a:prstGeom>
          <a:noFill/>
          <a:ln w="0">
            <a:noFill/>
          </a:ln>
        </p:spPr>
        <p:txBody>
          <a:bodyPr lIns="91440" rIns="91440" tIns="45720" bIns="45720" anchor="ctr">
            <a:noAutofit/>
          </a:bodyPr>
          <a:lstStyle>
            <a:lvl1pPr indent="0" algn="ctr">
              <a:buNone/>
              <a:defRPr b="0" lang="en-US" sz="1400" strike="noStrike" u="none">
                <a:solidFill>
                  <a:srgbClr val="000000"/>
                </a:solidFill>
                <a:uFillTx/>
                <a:latin typeface="Times New Roman"/>
              </a:defRPr>
            </a:lvl1pPr>
          </a:lstStyle>
          <a:p>
            <a:pPr indent="0" algn="ctr">
              <a:buNone/>
            </a:pPr>
            <a:r>
              <a:rPr b="0" lang="en-US" sz="1400" strike="noStrike" u="none">
                <a:solidFill>
                  <a:srgbClr val="000000"/>
                </a:solidFill>
                <a:uFillTx/>
                <a:latin typeface="Times New Roman"/>
              </a:rPr>
              <a:t> </a:t>
            </a:r>
            <a:endParaRPr b="0" lang="en-US" sz="1400" strike="noStrike" u="none">
              <a:solidFill>
                <a:srgbClr val="000000"/>
              </a:solidFill>
              <a:uFillTx/>
              <a:latin typeface="Times New Roman"/>
            </a:endParaRPr>
          </a:p>
        </p:txBody>
      </p:sp>
      <p:grpSp>
        <p:nvGrpSpPr>
          <p:cNvPr id="175" name="Group 4"/>
          <p:cNvGrpSpPr/>
          <p:nvPr/>
        </p:nvGrpSpPr>
        <p:grpSpPr>
          <a:xfrm>
            <a:off x="284040" y="452880"/>
            <a:ext cx="7364880" cy="137160"/>
            <a:chOff x="284040" y="452880"/>
            <a:chExt cx="7364880" cy="137160"/>
          </a:xfrm>
        </p:grpSpPr>
        <p:sp>
          <p:nvSpPr>
            <p:cNvPr id="176" name="Rectangle 5"/>
            <p:cNvSpPr/>
            <p:nvPr/>
          </p:nvSpPr>
          <p:spPr>
            <a:xfrm>
              <a:off x="284040" y="452880"/>
              <a:ext cx="137376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77" name="Rectangle 6"/>
            <p:cNvSpPr/>
            <p:nvPr/>
          </p:nvSpPr>
          <p:spPr>
            <a:xfrm>
              <a:off x="1659240" y="452880"/>
              <a:ext cx="2355480"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sp>
          <p:nvSpPr>
            <p:cNvPr id="178" name="Rectangle 7"/>
            <p:cNvSpPr/>
            <p:nvPr/>
          </p:nvSpPr>
          <p:spPr>
            <a:xfrm>
              <a:off x="4013640" y="452880"/>
              <a:ext cx="3635280"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uFillTx/>
                <a:latin typeface="Calibri"/>
              </a:endParaRPr>
            </a:p>
          </p:txBody>
        </p:sp>
      </p:grpSp>
      <p:pic>
        <p:nvPicPr>
          <p:cNvPr id="179" name="Picture 2" descr="Image result for AIUB logo"/>
          <p:cNvPicPr/>
          <p:nvPr/>
        </p:nvPicPr>
        <p:blipFill>
          <a:blip r:embed="rId2"/>
          <a:stretch/>
        </p:blipFill>
        <p:spPr>
          <a:xfrm>
            <a:off x="7649280" y="55800"/>
            <a:ext cx="1278720" cy="1286640"/>
          </a:xfrm>
          <a:prstGeom prst="rect">
            <a:avLst/>
          </a:prstGeom>
          <a:noFill/>
          <a:ln w="0">
            <a:noFill/>
          </a:ln>
        </p:spPr>
      </p:pic>
      <p:sp>
        <p:nvSpPr>
          <p:cNvPr id="180"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US" sz="1800" strike="noStrike" u="none">
                <a:solidFill>
                  <a:schemeClr val="dk1"/>
                </a:solidFill>
                <a:uFillTx/>
                <a:latin typeface="Calibri"/>
              </a:rPr>
              <a:t>Click to edit the title text format</a:t>
            </a:r>
            <a:endParaRPr b="0" lang="en-US" sz="1800" strike="noStrike" u="none">
              <a:solidFill>
                <a:schemeClr val="dk1"/>
              </a:solidFill>
              <a:uFillTx/>
              <a:latin typeface="Calibri"/>
            </a:endParaRPr>
          </a:p>
        </p:txBody>
      </p:sp>
      <p:sp>
        <p:nvSpPr>
          <p:cNvPr id="181" name="PlaceHolder 4"/>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trike="noStrike" u="none">
                <a:solidFill>
                  <a:schemeClr val="dk1">
                    <a:lumMod val="85000"/>
                    <a:lumOff val="15000"/>
                  </a:schemeClr>
                </a:solidFill>
                <a:uFillTx/>
                <a:latin typeface="Calibri"/>
              </a:rPr>
              <a:t>Click to edit the outline text format</a:t>
            </a:r>
            <a:endParaRPr b="0" lang="en-US" sz="2400" strike="noStrike" u="none">
              <a:solidFill>
                <a:schemeClr val="dk1">
                  <a:lumMod val="85000"/>
                  <a:lumOff val="15000"/>
                </a:schemeClr>
              </a:solidFill>
              <a:uFillTx/>
              <a:latin typeface="Calibri"/>
            </a:endParaRPr>
          </a:p>
          <a:p>
            <a:pPr lvl="1" marL="864000" indent="-324000">
              <a:spcBef>
                <a:spcPts val="1134"/>
              </a:spcBef>
              <a:buClr>
                <a:srgbClr val="000000"/>
              </a:buClr>
              <a:buSzPct val="75000"/>
              <a:buFont typeface="Symbol" charset="2"/>
              <a:buChar char=""/>
            </a:pPr>
            <a:r>
              <a:rPr b="0" lang="en-US" sz="2000" strike="noStrike" u="none">
                <a:solidFill>
                  <a:schemeClr val="dk1">
                    <a:lumMod val="85000"/>
                    <a:lumOff val="15000"/>
                  </a:schemeClr>
                </a:solidFill>
                <a:uFillTx/>
                <a:latin typeface="Calibri"/>
              </a:rPr>
              <a:t>Second Outline Level</a:t>
            </a:r>
            <a:endParaRPr b="0" lang="en-US" sz="2000" strike="noStrike" u="none">
              <a:solidFill>
                <a:schemeClr val="dk1">
                  <a:lumMod val="85000"/>
                  <a:lumOff val="15000"/>
                </a:schemeClr>
              </a:solidFill>
              <a:uFillTx/>
              <a:latin typeface="Calibri"/>
            </a:endParaRPr>
          </a:p>
          <a:p>
            <a:pPr lvl="2" marL="1296000" indent="-288000">
              <a:spcBef>
                <a:spcPts val="850"/>
              </a:spcBef>
              <a:buClr>
                <a:srgbClr val="000000"/>
              </a:buClr>
              <a:buSzPct val="45000"/>
              <a:buFont typeface="Wingdings" charset="2"/>
              <a:buChar char=""/>
            </a:pPr>
            <a:r>
              <a:rPr b="0" lang="en-US" sz="1800" strike="noStrike" u="none">
                <a:solidFill>
                  <a:schemeClr val="dk1">
                    <a:lumMod val="85000"/>
                    <a:lumOff val="15000"/>
                  </a:schemeClr>
                </a:solidFill>
                <a:uFillTx/>
                <a:latin typeface="Calibri"/>
              </a:rPr>
              <a:t>Third Outline Level</a:t>
            </a:r>
            <a:endParaRPr b="0" lang="en-US" sz="1800" strike="noStrike" u="none">
              <a:solidFill>
                <a:schemeClr val="dk1">
                  <a:lumMod val="85000"/>
                  <a:lumOff val="15000"/>
                </a:schemeClr>
              </a:solidFill>
              <a:uFillTx/>
              <a:latin typeface="Calibri"/>
            </a:endParaRPr>
          </a:p>
          <a:p>
            <a:pPr lvl="3" marL="1728000" indent="-216000">
              <a:spcBef>
                <a:spcPts val="567"/>
              </a:spcBef>
              <a:buClr>
                <a:srgbClr val="000000"/>
              </a:buClr>
              <a:buSzPct val="75000"/>
              <a:buFont typeface="Symbol" charset="2"/>
              <a:buChar char=""/>
            </a:pPr>
            <a:r>
              <a:rPr b="0" lang="en-US" sz="1800" strike="noStrike" u="none">
                <a:solidFill>
                  <a:schemeClr val="dk1">
                    <a:lumMod val="85000"/>
                    <a:lumOff val="15000"/>
                  </a:schemeClr>
                </a:solidFill>
                <a:uFillTx/>
                <a:latin typeface="Calibri"/>
              </a:rPr>
              <a:t>Fourth Outline Level</a:t>
            </a:r>
            <a:endParaRPr b="0" lang="en-US" sz="1800" strike="noStrike" u="none">
              <a:solidFill>
                <a:schemeClr val="dk1">
                  <a:lumMod val="85000"/>
                  <a:lumOff val="15000"/>
                </a:schemeClr>
              </a:solidFill>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lumMod val="85000"/>
                    <a:lumOff val="15000"/>
                  </a:schemeClr>
                </a:solidFill>
                <a:uFillTx/>
                <a:latin typeface="Calibri"/>
              </a:rPr>
              <a:t>Fifth Outline Level</a:t>
            </a:r>
            <a:endParaRPr b="0" lang="en-US" sz="2000" strike="noStrike" u="none">
              <a:solidFill>
                <a:schemeClr val="dk1">
                  <a:lumMod val="85000"/>
                  <a:lumOff val="15000"/>
                </a:schemeClr>
              </a:solidFill>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lumMod val="85000"/>
                    <a:lumOff val="15000"/>
                  </a:schemeClr>
                </a:solidFill>
                <a:uFillTx/>
                <a:latin typeface="Calibri"/>
              </a:rPr>
              <a:t>Sixth Outline Level</a:t>
            </a:r>
            <a:endParaRPr b="0" lang="en-US" sz="2000" strike="noStrike" u="none">
              <a:solidFill>
                <a:schemeClr val="dk1">
                  <a:lumMod val="85000"/>
                  <a:lumOff val="15000"/>
                </a:schemeClr>
              </a:solidFill>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lumMod val="85000"/>
                    <a:lumOff val="15000"/>
                  </a:schemeClr>
                </a:solidFill>
                <a:uFillTx/>
                <a:latin typeface="Calibri"/>
              </a:rPr>
              <a:t>Seventh Outline Level</a:t>
            </a:r>
            <a:endParaRPr b="0" lang="en-US" sz="2000" strike="noStrike" u="none">
              <a:solidFill>
                <a:schemeClr val="dk1">
                  <a:lumMod val="85000"/>
                  <a:lumOff val="15000"/>
                </a:schemeClr>
              </a:solidFill>
              <a:uFillTx/>
              <a:latin typeface="Calibri"/>
            </a:endParaRPr>
          </a:p>
        </p:txBody>
      </p:sp>
    </p:spTree>
  </p:cSld>
  <p:clrMap bg1="lt1" tx1="dk1" bg2="lt2" tx2="dk2" accent1="accent1" accent2="accent2" accent3="accent3" accent4="accent4" accent5="accent5" accent6="accent6" hlink="hlink" folHlink="folHlink"/>
  <p:sldLayoutIdLst>
    <p:sldLayoutId id="2147483679" r:id="rId3"/>
    <p:sldLayoutId id="2147483680" r:id="rId4"/>
    <p:sldLayoutId id="2147483681" r:id="rId5"/>
    <p:sldLayoutId id="2147483682" r:id="rId6"/>
    <p:sldLayoutId id="2147483683" r:id="rId7"/>
    <p:sldLayoutId id="2147483684" r:id="rId8"/>
    <p:sldLayoutId id="2147483685" r:id="rId9"/>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3.jpe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3.jpe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6.png"/><Relationship Id="rId3" Type="http://schemas.openxmlformats.org/officeDocument/2006/relationships/image" Target="../media/image3.jpeg"/><Relationship Id="rId4"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3.jpe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3.jpeg"/><Relationship Id="rId5"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jpeg"/><Relationship Id="rId4" Type="http://schemas.openxmlformats.org/officeDocument/2006/relationships/image" Target="../media/image3.jpeg"/><Relationship Id="rId5"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jpeg"/><Relationship Id="rId3"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3.jpe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6.xml"/>
</Relationships>
</file>

<file path=ppt/slides/_rels/slide1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Transport Layer Protocols II</a:t>
            </a:r>
            <a:endParaRPr b="0" lang="en-US" sz="4200" strike="noStrike" u="none">
              <a:solidFill>
                <a:schemeClr val="dk1"/>
              </a:solidFill>
              <a:uFillTx/>
              <a:latin typeface="Calibri"/>
            </a:endParaRPr>
          </a:p>
        </p:txBody>
      </p:sp>
      <p:sp>
        <p:nvSpPr>
          <p:cNvPr id="191" name="PlaceHolder 2"/>
          <p:cNvSpPr>
            <a:spLocks noGrp="1"/>
          </p:cNvSpPr>
          <p:nvPr>
            <p:ph type="subTitle"/>
          </p:nvPr>
        </p:nvSpPr>
        <p:spPr>
          <a:xfrm>
            <a:off x="476280" y="1532520"/>
            <a:ext cx="27892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L12</a:t>
            </a:r>
            <a:endParaRPr b="0" lang="en-US" sz="1800" strike="noStrike" u="none">
              <a:solidFill>
                <a:srgbClr val="000000"/>
              </a:solidFill>
              <a:uFillTx/>
              <a:latin typeface="Arial"/>
            </a:endParaRPr>
          </a:p>
        </p:txBody>
      </p:sp>
      <p:sp>
        <p:nvSpPr>
          <p:cNvPr id="192" name="TextBox 3"/>
          <p:cNvSpPr/>
          <p:nvPr/>
        </p:nvSpPr>
        <p:spPr>
          <a:xfrm>
            <a:off x="77040" y="2446920"/>
            <a:ext cx="9024120" cy="699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0070c0"/>
                </a:solidFill>
                <a:uFillTx/>
                <a:latin typeface="Arial"/>
              </a:rPr>
              <a:t>Dept. of Computer Science</a:t>
            </a:r>
            <a:endParaRPr b="0" lang="en-US" sz="2000" strike="noStrike" u="none">
              <a:solidFill>
                <a:srgbClr val="000000"/>
              </a:solidFill>
              <a:uFillTx/>
              <a:latin typeface="Arial"/>
            </a:endParaRPr>
          </a:p>
          <a:p>
            <a:pPr algn="ctr" defTabSz="914400">
              <a:lnSpc>
                <a:spcPct val="100000"/>
              </a:lnSpc>
            </a:pPr>
            <a:r>
              <a:rPr b="1" lang="en-US" sz="2000" strike="noStrike" u="none">
                <a:solidFill>
                  <a:srgbClr val="0070c0"/>
                </a:solidFill>
                <a:uFillTx/>
                <a:latin typeface="Arial"/>
              </a:rPr>
              <a:t>Faculty of Science and Technology</a:t>
            </a:r>
            <a:endParaRPr b="0" lang="en-US" sz="2000" strike="noStrike" u="none">
              <a:solidFill>
                <a:srgbClr val="000000"/>
              </a:solidFill>
              <a:uFillTx/>
              <a:latin typeface="Arial"/>
            </a:endParaRPr>
          </a:p>
        </p:txBody>
      </p:sp>
      <p:sp>
        <p:nvSpPr>
          <p:cNvPr id="193" name="Subtitle 2"/>
          <p:cNvSpPr/>
          <p:nvPr/>
        </p:nvSpPr>
        <p:spPr>
          <a:xfrm>
            <a:off x="3320640" y="1538280"/>
            <a:ext cx="4164120" cy="484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chemeClr val="lt1"/>
                </a:solidFill>
                <a:uFillTx/>
                <a:latin typeface="Calibri"/>
              </a:rPr>
              <a:t>Course Title: Computer Networks</a:t>
            </a:r>
            <a:endParaRPr b="0" lang="en-US" sz="1800" strike="noStrike" u="none">
              <a:solidFill>
                <a:srgbClr val="000000"/>
              </a:solidFill>
              <a:uFillTx/>
              <a:latin typeface="Arial"/>
            </a:endParaRPr>
          </a:p>
        </p:txBody>
      </p:sp>
      <p:graphicFrame>
        <p:nvGraphicFramePr>
          <p:cNvPr id="194" name="Table 8"/>
          <p:cNvGraphicFramePr/>
          <p:nvPr/>
        </p:nvGraphicFramePr>
        <p:xfrm>
          <a:off x="476280" y="5186160"/>
          <a:ext cx="8335440" cy="757440"/>
        </p:xfrm>
        <a:graphic>
          <a:graphicData uri="http://schemas.openxmlformats.org/drawingml/2006/table">
            <a:tbl>
              <a:tblPr/>
              <a:tblGrid>
                <a:gridCol w="1483200"/>
                <a:gridCol w="990360"/>
                <a:gridCol w="1208160"/>
                <a:gridCol w="1110240"/>
                <a:gridCol w="1208160"/>
                <a:gridCol w="2334960"/>
              </a:tblGrid>
              <a:tr h="378720">
                <a:tc>
                  <a:txBody>
                    <a:bodyPr anchor="t">
                      <a:noAutofit/>
                    </a:bodyPr>
                    <a:p>
                      <a:pPr defTabSz="914400">
                        <a:lnSpc>
                          <a:spcPct val="100000"/>
                        </a:lnSpc>
                      </a:pPr>
                      <a:r>
                        <a:rPr b="1" lang="en-US" sz="1800" strike="noStrike" u="none">
                          <a:solidFill>
                            <a:schemeClr val="dk1"/>
                          </a:solidFill>
                          <a:uFillTx/>
                          <a:latin typeface="Calibri"/>
                        </a:rPr>
                        <a:t>Lecturer No:</a:t>
                      </a: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defTabSz="914400">
                        <a:lnSpc>
                          <a:spcPct val="100000"/>
                        </a:lnSpc>
                      </a:pPr>
                      <a:r>
                        <a:rPr b="1" lang="en-US" sz="1800" strike="noStrike" u="none">
                          <a:solidFill>
                            <a:schemeClr val="dk1"/>
                          </a:solidFill>
                          <a:uFillTx/>
                          <a:latin typeface="Calibri"/>
                        </a:rPr>
                        <a:t>Week No:</a:t>
                      </a: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algn="ctr" defTabSz="914400">
                        <a:lnSpc>
                          <a:spcPct val="100000"/>
                        </a:lnSpc>
                      </a:pP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defTabSz="914400">
                        <a:lnSpc>
                          <a:spcPct val="100000"/>
                        </a:lnSpc>
                      </a:pPr>
                      <a:r>
                        <a:rPr b="1" lang="en-US" sz="1800" strike="noStrike" u="none">
                          <a:solidFill>
                            <a:schemeClr val="dk1"/>
                          </a:solidFill>
                          <a:uFillTx/>
                          <a:latin typeface="Calibri"/>
                        </a:rPr>
                        <a:t>Semester:</a:t>
                      </a: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nchor="t">
                      <a:noAutofit/>
                    </a:bodyPr>
                    <a:p>
                      <a:pPr defTabSz="914400">
                        <a:lnSpc>
                          <a:spcPct val="100000"/>
                        </a:lnSpc>
                      </a:pP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r>
              <a:tr h="378720">
                <a:tc>
                  <a:txBody>
                    <a:bodyPr anchor="t">
                      <a:noAutofit/>
                    </a:bodyPr>
                    <a:p>
                      <a:pPr defTabSz="914400">
                        <a:lnSpc>
                          <a:spcPct val="100000"/>
                        </a:lnSpc>
                        <a:tabLst>
                          <a:tab algn="l" pos="0"/>
                        </a:tabLst>
                      </a:pPr>
                      <a:r>
                        <a:rPr b="1" lang="en-US" sz="1800" strike="noStrike" u="none">
                          <a:solidFill>
                            <a:srgbClr val="000000"/>
                          </a:solidFill>
                          <a:uFillTx/>
                          <a:latin typeface="Calibri"/>
                        </a:rPr>
                        <a:t>Lecturer:</a:t>
                      </a: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gridSpan="5">
                  <a:txBody>
                    <a:bodyPr anchor="t">
                      <a:noAutofit/>
                    </a:bodyPr>
                    <a:p>
                      <a:pPr defTabSz="914400">
                        <a:lnSpc>
                          <a:spcPct val="100000"/>
                        </a:lnSpc>
                        <a:tabLst>
                          <a:tab algn="l" pos="0"/>
                        </a:tabLst>
                      </a:pPr>
                      <a:r>
                        <a:rPr b="0" i="1" lang="en-US" sz="1800" strike="noStrike" u="none">
                          <a:solidFill>
                            <a:schemeClr val="dk1"/>
                          </a:solidFill>
                          <a:uFillTx/>
                          <a:latin typeface="Calibri"/>
                        </a:rPr>
                        <a:t>Dr. Md. Sohidul Islam</a:t>
                      </a:r>
                      <a:endParaRPr b="0" lang="en-US" sz="1800" strike="noStrike" u="none">
                        <a:solidFill>
                          <a:srgbClr val="000000"/>
                        </a:solidFill>
                        <a:uFillTx/>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40000"/>
                      </a:schemeClr>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uFillTx/>
                        <a:latin typeface="Arial"/>
                      </a:endParaRPr>
                    </a:p>
                  </a:txBody>
                  <a:tcPr anchor="t" marL="90000" marR="90000">
                    <a:lnL>
                      <a:noFill/>
                    </a:lnL>
                    <a:lnR>
                      <a:noFill/>
                    </a:lnR>
                    <a:lnT>
                      <a:noFill/>
                    </a:lnT>
                    <a:lnB>
                      <a:noFill/>
                    </a:lnB>
                    <a:solidFill>
                      <a:srgbClr val="729fcf"/>
                    </a:solidFill>
                  </a:tcPr>
                </a:tc>
              </a:tr>
            </a:tbl>
          </a:graphicData>
        </a:graphic>
      </p:graphicFrame>
      <p:pic>
        <p:nvPicPr>
          <p:cNvPr id="195" name="" descr=""/>
          <p:cNvPicPr/>
          <p:nvPr/>
        </p:nvPicPr>
        <p:blipFill>
          <a:blip r:embed="rId1"/>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Lecture Outline</a:t>
            </a:r>
            <a:endParaRPr b="0" lang="en-US" sz="4200" strike="noStrike" u="none">
              <a:solidFill>
                <a:schemeClr val="dk1"/>
              </a:solidFill>
              <a:uFillTx/>
              <a:latin typeface="Calibri"/>
            </a:endParaRPr>
          </a:p>
        </p:txBody>
      </p:sp>
      <p:sp>
        <p:nvSpPr>
          <p:cNvPr id="197" name="PlaceHolder 2"/>
          <p:cNvSpPr>
            <a:spLocks noGrp="1"/>
          </p:cNvSpPr>
          <p:nvPr>
            <p:ph type="subTitle"/>
          </p:nvPr>
        </p:nvSpPr>
        <p:spPr>
          <a:xfrm>
            <a:off x="486720" y="2363760"/>
            <a:ext cx="7753680" cy="3009600"/>
          </a:xfrm>
          <a:prstGeom prst="rect">
            <a:avLst/>
          </a:prstGeom>
          <a:noFill/>
          <a:ln w="0">
            <a:noFill/>
          </a:ln>
        </p:spPr>
        <p:txBody>
          <a:bodyPr lIns="91440" rIns="91440" tIns="45720" bIns="45720" anchor="t">
            <a:normAutofit/>
          </a:bodyPr>
          <a:p>
            <a:pPr marL="343080" indent="-343080" defTabSz="914400">
              <a:lnSpc>
                <a:spcPct val="100000"/>
              </a:lnSpc>
              <a:buClr>
                <a:srgbClr val="a6a6a6"/>
              </a:buClr>
              <a:buSzPct val="90000"/>
              <a:buFont typeface="Wingdings" charset="2"/>
              <a:buAutoNum type="arabicPeriod"/>
            </a:pPr>
            <a:r>
              <a:rPr b="0" lang="en-US" sz="2400" strike="noStrike" u="none">
                <a:solidFill>
                  <a:schemeClr val="dk1"/>
                </a:solidFill>
                <a:uFillTx/>
                <a:latin typeface="Perpetua"/>
              </a:rPr>
              <a:t>Congestion in networks</a:t>
            </a:r>
            <a:endParaRPr b="0" lang="en-US" sz="2400" strike="noStrike" u="none">
              <a:solidFill>
                <a:srgbClr val="000000"/>
              </a:solidFill>
              <a:uFillTx/>
              <a:latin typeface="Arial"/>
            </a:endParaRPr>
          </a:p>
          <a:p>
            <a:pPr marL="343080" indent="-343080" defTabSz="914400">
              <a:lnSpc>
                <a:spcPct val="100000"/>
              </a:lnSpc>
              <a:buClr>
                <a:srgbClr val="a6a6a6"/>
              </a:buClr>
              <a:buSzPct val="90000"/>
              <a:buFont typeface="Wingdings" charset="2"/>
              <a:buAutoNum type="arabicPeriod"/>
            </a:pPr>
            <a:r>
              <a:rPr b="0" lang="en-US" sz="2400" strike="noStrike" u="none">
                <a:solidFill>
                  <a:schemeClr val="dk1"/>
                </a:solidFill>
                <a:uFillTx/>
                <a:latin typeface="Perpetua"/>
              </a:rPr>
              <a:t>Congestion control</a:t>
            </a:r>
            <a:endParaRPr b="0" lang="en-US" sz="2400" strike="noStrike" u="none">
              <a:solidFill>
                <a:srgbClr val="000000"/>
              </a:solidFill>
              <a:uFillTx/>
              <a:latin typeface="Arial"/>
            </a:endParaRPr>
          </a:p>
          <a:p>
            <a:pPr lvl="1" marL="914400" indent="-457200" defTabSz="914400">
              <a:lnSpc>
                <a:spcPct val="100000"/>
              </a:lnSpc>
              <a:spcBef>
                <a:spcPts val="601"/>
              </a:spcBef>
              <a:buClr>
                <a:srgbClr val="404040"/>
              </a:buClr>
              <a:buSzPct val="90000"/>
              <a:buFont typeface="Wingdings" charset="2"/>
              <a:buChar char=""/>
            </a:pPr>
            <a:r>
              <a:rPr b="0" lang="en-US" sz="2200" strike="noStrike" u="none">
                <a:solidFill>
                  <a:schemeClr val="dk1"/>
                </a:solidFill>
                <a:uFillTx/>
                <a:latin typeface="Perpetua"/>
              </a:rPr>
              <a:t>TCP Reno</a:t>
            </a:r>
            <a:endParaRPr b="0" lang="en-US" sz="2200" strike="noStrike" u="none">
              <a:solidFill>
                <a:srgbClr val="000000"/>
              </a:solidFill>
              <a:uFillTx/>
              <a:latin typeface="Arial"/>
            </a:endParaRPr>
          </a:p>
          <a:p>
            <a:pPr marL="343080" indent="-343080" defTabSz="914400">
              <a:lnSpc>
                <a:spcPct val="100000"/>
              </a:lnSpc>
              <a:buClr>
                <a:srgbClr val="a6a6a6"/>
              </a:buClr>
              <a:buSzPct val="90000"/>
              <a:buFont typeface="Wingdings" charset="2"/>
              <a:buAutoNum type="arabicPeriod"/>
            </a:pPr>
            <a:r>
              <a:rPr b="0" lang="en-US" sz="2400" strike="noStrike" u="none">
                <a:solidFill>
                  <a:schemeClr val="dk1"/>
                </a:solidFill>
                <a:uFillTx/>
                <a:latin typeface="Perpetua"/>
              </a:rPr>
              <a:t>Error control principle</a:t>
            </a:r>
            <a:endParaRPr b="0" lang="en-US" sz="2400" strike="noStrike" u="none">
              <a:solidFill>
                <a:srgbClr val="000000"/>
              </a:solidFill>
              <a:uFillTx/>
              <a:latin typeface="Arial"/>
            </a:endParaRPr>
          </a:p>
          <a:p>
            <a:pPr lvl="1" marL="914400" indent="-457200" defTabSz="914400">
              <a:lnSpc>
                <a:spcPct val="100000"/>
              </a:lnSpc>
              <a:spcBef>
                <a:spcPts val="601"/>
              </a:spcBef>
              <a:buClr>
                <a:srgbClr val="404040"/>
              </a:buClr>
              <a:buSzPct val="90000"/>
              <a:buFont typeface="Wingdings" charset="2"/>
              <a:buChar char=""/>
            </a:pPr>
            <a:r>
              <a:rPr b="0" lang="en-US" sz="2200" strike="noStrike" u="none">
                <a:solidFill>
                  <a:schemeClr val="dk1"/>
                </a:solidFill>
                <a:uFillTx/>
                <a:latin typeface="Perpetua"/>
              </a:rPr>
              <a:t>Sliding window technique</a:t>
            </a:r>
            <a:endParaRPr b="0" lang="en-US" sz="2200" strike="noStrike" u="none">
              <a:solidFill>
                <a:srgbClr val="000000"/>
              </a:solidFill>
              <a:uFillTx/>
              <a:latin typeface="Arial"/>
            </a:endParaRPr>
          </a:p>
          <a:p>
            <a:pPr indent="0" defTabSz="914400">
              <a:lnSpc>
                <a:spcPct val="100000"/>
              </a:lnSpc>
              <a:spcBef>
                <a:spcPts val="601"/>
              </a:spcBef>
              <a:buNone/>
            </a:pPr>
            <a:endParaRPr b="0" lang="en-US" sz="2800" strike="noStrike" u="none">
              <a:solidFill>
                <a:srgbClr val="000000"/>
              </a:solidFill>
              <a:uFillTx/>
              <a:latin typeface="Arial"/>
            </a:endParaRPr>
          </a:p>
          <a:p>
            <a:pPr indent="0" defTabSz="914400">
              <a:lnSpc>
                <a:spcPct val="100000"/>
              </a:lnSpc>
              <a:buNone/>
            </a:pPr>
            <a:endParaRPr b="0" lang="en-US" sz="1800" strike="noStrike" u="none">
              <a:solidFill>
                <a:srgbClr val="000000"/>
              </a:solidFill>
              <a:uFillTx/>
              <a:latin typeface="Arial"/>
            </a:endParaRPr>
          </a:p>
          <a:p>
            <a:pPr indent="0" defTabSz="914400">
              <a:lnSpc>
                <a:spcPct val="100000"/>
              </a:lnSpc>
              <a:buNone/>
            </a:pPr>
            <a:endParaRPr b="0" lang="en-US" sz="1800" strike="noStrike" u="none">
              <a:solidFill>
                <a:srgbClr val="000000"/>
              </a:solidFill>
              <a:uFillTx/>
              <a:latin typeface="Arial"/>
            </a:endParaRPr>
          </a:p>
        </p:txBody>
      </p:sp>
      <p:pic>
        <p:nvPicPr>
          <p:cNvPr id="198" name="" descr=""/>
          <p:cNvPicPr/>
          <p:nvPr/>
        </p:nvPicPr>
        <p:blipFill>
          <a:blip r:embed="rId1"/>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in networks</a:t>
            </a:r>
            <a:endParaRPr b="0" lang="en-US" sz="4200" strike="noStrike" u="none">
              <a:solidFill>
                <a:schemeClr val="dk1"/>
              </a:solidFill>
              <a:uFillTx/>
              <a:latin typeface="Calibri"/>
            </a:endParaRPr>
          </a:p>
        </p:txBody>
      </p:sp>
      <p:sp>
        <p:nvSpPr>
          <p:cNvPr id="200"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 </a:t>
            </a:r>
            <a:endParaRPr b="0" lang="en-US" sz="1800" strike="noStrike" u="none">
              <a:solidFill>
                <a:srgbClr val="000000"/>
              </a:solidFill>
              <a:uFillTx/>
              <a:latin typeface="Arial"/>
            </a:endParaRPr>
          </a:p>
        </p:txBody>
      </p:sp>
      <p:sp>
        <p:nvSpPr>
          <p:cNvPr id="201" name="Rectangle 2"/>
          <p:cNvSpPr/>
          <p:nvPr/>
        </p:nvSpPr>
        <p:spPr>
          <a:xfrm>
            <a:off x="272160" y="2084760"/>
            <a:ext cx="8395200" cy="277092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00000"/>
              </a:lnSpc>
              <a:buClr>
                <a:srgbClr val="000000"/>
              </a:buClr>
              <a:buFont typeface="Wingdings" charset="2"/>
              <a:buChar char=""/>
            </a:pPr>
            <a:r>
              <a:rPr b="1" lang="en-US" sz="2200" strike="noStrike" u="none">
                <a:solidFill>
                  <a:schemeClr val="dk1"/>
                </a:solidFill>
                <a:uFillTx/>
                <a:latin typeface="Perpetua"/>
              </a:rPr>
              <a:t>Congestion</a:t>
            </a:r>
            <a:endParaRPr b="0" lang="en-US" sz="2200" strike="noStrike" u="none">
              <a:solidFill>
                <a:srgbClr val="000000"/>
              </a:solidFill>
              <a:uFillTx/>
              <a:latin typeface="Arial"/>
            </a:endParaRPr>
          </a:p>
          <a:p>
            <a:pPr algn="just" defTabSz="914400">
              <a:lnSpc>
                <a:spcPct val="100000"/>
              </a:lnSpc>
            </a:pPr>
            <a:r>
              <a:rPr b="0" lang="en-US" sz="2200" strike="noStrike" u="none">
                <a:solidFill>
                  <a:schemeClr val="dk1"/>
                </a:solidFill>
                <a:uFillTx/>
                <a:latin typeface="Perpetua"/>
              </a:rPr>
              <a:t>Congestion is a situation in a network in which the load on the network, the number of packets sent to the network, is greater than the capacity of the network, the number of packets a network can handle. </a:t>
            </a:r>
            <a:endParaRPr b="0" lang="en-US" sz="2200" strike="noStrike" u="none">
              <a:solidFill>
                <a:srgbClr val="000000"/>
              </a:solidFill>
              <a:uFillTx/>
              <a:latin typeface="Arial"/>
            </a:endParaRPr>
          </a:p>
          <a:p>
            <a:pPr algn="just" defTabSz="914400">
              <a:lnSpc>
                <a:spcPct val="100000"/>
              </a:lnSpc>
            </a:pPr>
            <a:endParaRPr b="0" lang="en-US" sz="2200" strike="noStrike" u="none">
              <a:solidFill>
                <a:srgbClr val="000000"/>
              </a:solidFill>
              <a:uFillTx/>
              <a:latin typeface="Arial"/>
            </a:endParaRPr>
          </a:p>
          <a:p>
            <a:pPr marL="343080" indent="-343080" algn="just" defTabSz="914400">
              <a:lnSpc>
                <a:spcPct val="100000"/>
              </a:lnSpc>
              <a:buClr>
                <a:srgbClr val="000000"/>
              </a:buClr>
              <a:buFont typeface="Wingdings" charset="2"/>
              <a:buChar char=""/>
            </a:pPr>
            <a:r>
              <a:rPr b="1" lang="en-US" sz="2200" strike="noStrike" u="none">
                <a:solidFill>
                  <a:schemeClr val="dk1"/>
                </a:solidFill>
                <a:uFillTx/>
                <a:latin typeface="Perpetua"/>
              </a:rPr>
              <a:t>Congestion control</a:t>
            </a:r>
            <a:endParaRPr b="0" lang="en-US" sz="2200" strike="noStrike" u="none">
              <a:solidFill>
                <a:srgbClr val="000000"/>
              </a:solidFill>
              <a:uFillTx/>
              <a:latin typeface="Arial"/>
            </a:endParaRPr>
          </a:p>
          <a:p>
            <a:pPr algn="just" defTabSz="914400">
              <a:lnSpc>
                <a:spcPct val="100000"/>
              </a:lnSpc>
            </a:pPr>
            <a:r>
              <a:rPr b="0" lang="en-US" sz="2200" strike="noStrike" u="none">
                <a:solidFill>
                  <a:schemeClr val="dk1"/>
                </a:solidFill>
                <a:uFillTx/>
                <a:latin typeface="Perpetua"/>
              </a:rPr>
              <a:t>Congestion control refers to the mechanisms and techniques to control the congestion and keep the load below the capacity [1].</a:t>
            </a:r>
            <a:endParaRPr b="0" lang="en-US" sz="2200" strike="noStrike" u="none">
              <a:solidFill>
                <a:srgbClr val="000000"/>
              </a:solidFill>
              <a:uFillTx/>
              <a:latin typeface="Arial"/>
            </a:endParaRPr>
          </a:p>
        </p:txBody>
      </p:sp>
      <p:pic>
        <p:nvPicPr>
          <p:cNvPr id="202" name="" descr=""/>
          <p:cNvPicPr/>
          <p:nvPr/>
        </p:nvPicPr>
        <p:blipFill>
          <a:blip r:embed="rId1"/>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in networks…</a:t>
            </a:r>
            <a:endParaRPr b="0" lang="en-US" sz="4200" strike="noStrike" u="none">
              <a:solidFill>
                <a:schemeClr val="dk1"/>
              </a:solidFill>
              <a:uFillTx/>
              <a:latin typeface="Calibri"/>
            </a:endParaRPr>
          </a:p>
        </p:txBody>
      </p:sp>
      <p:sp>
        <p:nvSpPr>
          <p:cNvPr id="204"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 </a:t>
            </a:r>
            <a:endParaRPr b="0" lang="en-US" sz="1800" strike="noStrike" u="none">
              <a:solidFill>
                <a:srgbClr val="000000"/>
              </a:solidFill>
              <a:uFillTx/>
              <a:latin typeface="Arial"/>
            </a:endParaRPr>
          </a:p>
        </p:txBody>
      </p:sp>
      <p:sp>
        <p:nvSpPr>
          <p:cNvPr id="205" name="Rectangle 2"/>
          <p:cNvSpPr/>
          <p:nvPr/>
        </p:nvSpPr>
        <p:spPr>
          <a:xfrm>
            <a:off x="421200" y="2274840"/>
            <a:ext cx="8276040" cy="423468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buClr>
                <a:srgbClr val="000000"/>
              </a:buClr>
              <a:buFont typeface="Wingdings" charset="2"/>
              <a:buChar char=""/>
            </a:pPr>
            <a:r>
              <a:rPr b="0" lang="en-US" sz="2200" strike="noStrike" u="none">
                <a:solidFill>
                  <a:schemeClr val="dk1"/>
                </a:solidFill>
                <a:uFillTx/>
                <a:latin typeface="Perpetua"/>
              </a:rPr>
              <a:t>Congestion in a network or internetwork occurs because routers and switches have queues-buffers that hold the packets before and after processing. </a:t>
            </a:r>
            <a:endParaRPr b="0" lang="en-US" sz="2200" strike="noStrike" u="none">
              <a:solidFill>
                <a:srgbClr val="000000"/>
              </a:solidFill>
              <a:uFillTx/>
              <a:latin typeface="Arial"/>
            </a:endParaRPr>
          </a:p>
          <a:p>
            <a:pPr marL="285840" indent="-285840" algn="just" defTabSz="914400">
              <a:lnSpc>
                <a:spcPct val="100000"/>
              </a:lnSpc>
              <a:buClr>
                <a:srgbClr val="000000"/>
              </a:buClr>
              <a:buFont typeface="Wingdings" charset="2"/>
              <a:buChar char=""/>
            </a:pPr>
            <a:r>
              <a:rPr b="0" lang="en-US" sz="2200" strike="noStrike" u="none">
                <a:solidFill>
                  <a:schemeClr val="dk1"/>
                </a:solidFill>
                <a:uFillTx/>
                <a:latin typeface="Perpetua"/>
              </a:rPr>
              <a:t>A router, for example, has an input queue and an output queue for each interface. </a:t>
            </a:r>
            <a:endParaRPr b="0" lang="en-US" sz="2200" strike="noStrike" u="none">
              <a:solidFill>
                <a:srgbClr val="000000"/>
              </a:solidFill>
              <a:uFillTx/>
              <a:latin typeface="Arial"/>
            </a:endParaRPr>
          </a:p>
          <a:p>
            <a:pPr marL="285840" indent="-285840" algn="just" defTabSz="914400">
              <a:lnSpc>
                <a:spcPct val="100000"/>
              </a:lnSpc>
              <a:buClr>
                <a:srgbClr val="000000"/>
              </a:buClr>
              <a:buFont typeface="Wingdings" charset="2"/>
              <a:buChar char=""/>
            </a:pPr>
            <a:r>
              <a:rPr b="0" lang="en-US" sz="2200" strike="noStrike" u="none">
                <a:solidFill>
                  <a:schemeClr val="dk1"/>
                </a:solidFill>
                <a:uFillTx/>
                <a:latin typeface="Perpetua"/>
              </a:rPr>
              <a:t>When a packet arrives at the incoming interface, it undergoes three steps before departing: </a:t>
            </a:r>
            <a:endParaRPr b="0" lang="en-US" sz="2200" strike="noStrike" u="none">
              <a:solidFill>
                <a:srgbClr val="000000"/>
              </a:solidFill>
              <a:uFillTx/>
              <a:latin typeface="Arial"/>
            </a:endParaRPr>
          </a:p>
          <a:p>
            <a:pPr marL="457200" algn="just" defTabSz="914400">
              <a:lnSpc>
                <a:spcPct val="100000"/>
              </a:lnSpc>
            </a:pPr>
            <a:r>
              <a:rPr b="0" lang="en-US" sz="2000" strike="noStrike" u="none">
                <a:solidFill>
                  <a:schemeClr val="dk1"/>
                </a:solidFill>
                <a:uFillTx/>
                <a:latin typeface="Perpetua"/>
              </a:rPr>
              <a:t>1. The packet is put at the end of the input queue while waiting to be checked.</a:t>
            </a:r>
            <a:endParaRPr b="0" lang="en-US" sz="2000" strike="noStrike" u="none">
              <a:solidFill>
                <a:srgbClr val="000000"/>
              </a:solidFill>
              <a:uFillTx/>
              <a:latin typeface="Arial"/>
            </a:endParaRPr>
          </a:p>
          <a:p>
            <a:pPr marL="457200" algn="just" defTabSz="914400">
              <a:lnSpc>
                <a:spcPct val="100000"/>
              </a:lnSpc>
            </a:pPr>
            <a:r>
              <a:rPr b="0" lang="en-US" sz="2000" strike="noStrike" u="none">
                <a:solidFill>
                  <a:schemeClr val="dk1"/>
                </a:solidFill>
                <a:uFillTx/>
                <a:latin typeface="Perpetua"/>
              </a:rPr>
              <a:t>2. The processing module of the router removes the packet from the input queue once it reaches the front of the queue and uses its routing table and the destination address to find the route.</a:t>
            </a:r>
            <a:endParaRPr b="0" lang="en-US" sz="2000" strike="noStrike" u="none">
              <a:solidFill>
                <a:srgbClr val="000000"/>
              </a:solidFill>
              <a:uFillTx/>
              <a:latin typeface="Arial"/>
            </a:endParaRPr>
          </a:p>
          <a:p>
            <a:pPr marL="457200" algn="just" defTabSz="914400">
              <a:lnSpc>
                <a:spcPct val="100000"/>
              </a:lnSpc>
            </a:pPr>
            <a:r>
              <a:rPr b="0" lang="en-US" sz="2000" strike="noStrike" u="none">
                <a:solidFill>
                  <a:schemeClr val="dk1"/>
                </a:solidFill>
                <a:uFillTx/>
                <a:latin typeface="Perpetua"/>
              </a:rPr>
              <a:t>3. The packet is put in the appropriate output queue and waits its turn to be sent.</a:t>
            </a:r>
            <a:endParaRPr b="0" lang="en-US" sz="2000" strike="noStrike" u="none">
              <a:solidFill>
                <a:srgbClr val="000000"/>
              </a:solidFill>
              <a:uFillTx/>
              <a:latin typeface="Arial"/>
            </a:endParaRPr>
          </a:p>
          <a:p>
            <a:pPr algn="just" defTabSz="914400">
              <a:lnSpc>
                <a:spcPct val="100000"/>
              </a:lnSpc>
            </a:pPr>
            <a:endParaRPr b="0" lang="en-US" sz="1800" strike="noStrike" u="none">
              <a:solidFill>
                <a:srgbClr val="000000"/>
              </a:solidFill>
              <a:uFillTx/>
              <a:latin typeface="Arial"/>
            </a:endParaRPr>
          </a:p>
        </p:txBody>
      </p:sp>
      <p:pic>
        <p:nvPicPr>
          <p:cNvPr id="206" name="" descr=""/>
          <p:cNvPicPr/>
          <p:nvPr/>
        </p:nvPicPr>
        <p:blipFill>
          <a:blip r:embed="rId1"/>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in networks…</a:t>
            </a:r>
            <a:endParaRPr b="0" lang="en-US" sz="4200" strike="noStrike" u="none">
              <a:solidFill>
                <a:schemeClr val="dk1"/>
              </a:solidFill>
              <a:uFillTx/>
              <a:latin typeface="Calibri"/>
            </a:endParaRPr>
          </a:p>
        </p:txBody>
      </p:sp>
      <p:sp>
        <p:nvSpPr>
          <p:cNvPr id="208"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 </a:t>
            </a:r>
            <a:endParaRPr b="0" lang="en-US" sz="1800" strike="noStrike" u="none">
              <a:solidFill>
                <a:srgbClr val="000000"/>
              </a:solidFill>
              <a:uFillTx/>
              <a:latin typeface="Arial"/>
            </a:endParaRPr>
          </a:p>
        </p:txBody>
      </p:sp>
      <p:sp>
        <p:nvSpPr>
          <p:cNvPr id="209" name="Rectangle 2"/>
          <p:cNvSpPr/>
          <p:nvPr/>
        </p:nvSpPr>
        <p:spPr>
          <a:xfrm>
            <a:off x="421200" y="2136240"/>
            <a:ext cx="8319600" cy="176544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buClr>
                <a:srgbClr val="c00000"/>
              </a:buClr>
              <a:buFont typeface="Wingdings" charset="2"/>
              <a:buChar char=""/>
            </a:pPr>
            <a:r>
              <a:rPr b="1" lang="en-US" sz="2200" strike="noStrike" u="none">
                <a:solidFill>
                  <a:schemeClr val="dk1"/>
                </a:solidFill>
                <a:uFillTx/>
                <a:latin typeface="Perpetua"/>
              </a:rPr>
              <a:t>Two possible scenarios in a router:</a:t>
            </a:r>
            <a:endParaRPr b="0" lang="en-US" sz="2200" strike="noStrike" u="none">
              <a:solidFill>
                <a:srgbClr val="000000"/>
              </a:solidFill>
              <a:uFillTx/>
              <a:latin typeface="Arial"/>
            </a:endParaRPr>
          </a:p>
          <a:p>
            <a:pPr lvl="1" marL="800280" indent="-343080" algn="just" defTabSz="914400">
              <a:lnSpc>
                <a:spcPct val="100000"/>
              </a:lnSpc>
              <a:buClr>
                <a:srgbClr val="000000"/>
              </a:buClr>
              <a:buFont typeface="Corbel"/>
              <a:buAutoNum type="arabicPeriod"/>
            </a:pPr>
            <a:r>
              <a:rPr b="0" lang="en-US" sz="2200" strike="noStrike" u="none">
                <a:solidFill>
                  <a:schemeClr val="dk1"/>
                </a:solidFill>
                <a:uFillTx/>
                <a:latin typeface="Perpetua"/>
              </a:rPr>
              <a:t>Packet arrival rate &gt; packet processing rate, </a:t>
            </a:r>
            <a:endParaRPr b="0" lang="en-US" sz="2200" strike="noStrike" u="none">
              <a:solidFill>
                <a:srgbClr val="000000"/>
              </a:solidFill>
              <a:uFillTx/>
              <a:latin typeface="Arial"/>
            </a:endParaRPr>
          </a:p>
          <a:p>
            <a:pPr marL="457200" algn="just" defTabSz="914400">
              <a:lnSpc>
                <a:spcPct val="100000"/>
              </a:lnSpc>
            </a:pPr>
            <a:r>
              <a:rPr b="0" lang="en-US" sz="2200" strike="noStrike" u="none">
                <a:solidFill>
                  <a:schemeClr val="dk1"/>
                </a:solidFill>
                <a:uFillTx/>
                <a:latin typeface="Perpetua"/>
              </a:rPr>
              <a:t>	</a:t>
            </a:r>
            <a:r>
              <a:rPr b="0" lang="en-US" sz="2200" strike="noStrike" u="none">
                <a:solidFill>
                  <a:schemeClr val="dk1"/>
                </a:solidFill>
                <a:uFillTx/>
                <a:latin typeface="Perpetua"/>
              </a:rPr>
              <a:t>	</a:t>
            </a:r>
            <a:r>
              <a:rPr b="0" lang="en-US" sz="2200" strike="noStrike" u="none">
                <a:solidFill>
                  <a:schemeClr val="dk1"/>
                </a:solidFill>
                <a:uFillTx/>
                <a:latin typeface="Perpetua"/>
              </a:rPr>
              <a:t>the input queues become longer and longer. </a:t>
            </a:r>
            <a:endParaRPr b="0" lang="en-US" sz="2200" strike="noStrike" u="none">
              <a:solidFill>
                <a:srgbClr val="000000"/>
              </a:solidFill>
              <a:uFillTx/>
              <a:latin typeface="Arial"/>
            </a:endParaRPr>
          </a:p>
          <a:p>
            <a:pPr marL="457200" algn="just" defTabSz="914400">
              <a:lnSpc>
                <a:spcPct val="100000"/>
              </a:lnSpc>
            </a:pPr>
            <a:r>
              <a:rPr b="0" lang="en-US" sz="2200" strike="noStrike" u="none">
                <a:solidFill>
                  <a:schemeClr val="dk1"/>
                </a:solidFill>
                <a:uFillTx/>
                <a:latin typeface="Perpetua"/>
              </a:rPr>
              <a:t>2.   Packet departure rate &lt; Packet processing rate, </a:t>
            </a:r>
            <a:endParaRPr b="0" lang="en-US" sz="2200" strike="noStrike" u="none">
              <a:solidFill>
                <a:srgbClr val="000000"/>
              </a:solidFill>
              <a:uFillTx/>
              <a:latin typeface="Arial"/>
            </a:endParaRPr>
          </a:p>
          <a:p>
            <a:pPr marL="457200" algn="just" defTabSz="914400">
              <a:lnSpc>
                <a:spcPct val="100000"/>
              </a:lnSpc>
            </a:pPr>
            <a:r>
              <a:rPr b="0" lang="en-US" sz="2200" strike="noStrike" u="none">
                <a:solidFill>
                  <a:schemeClr val="dk1"/>
                </a:solidFill>
                <a:uFillTx/>
                <a:latin typeface="Perpetua"/>
              </a:rPr>
              <a:t>	</a:t>
            </a:r>
            <a:r>
              <a:rPr b="0" lang="en-US" sz="2200" strike="noStrike" u="none">
                <a:solidFill>
                  <a:schemeClr val="dk1"/>
                </a:solidFill>
                <a:uFillTx/>
                <a:latin typeface="Perpetua"/>
              </a:rPr>
              <a:t>	</a:t>
            </a:r>
            <a:r>
              <a:rPr b="0" lang="en-US" sz="2200" strike="noStrike" u="none">
                <a:solidFill>
                  <a:schemeClr val="dk1"/>
                </a:solidFill>
                <a:uFillTx/>
                <a:latin typeface="Perpetua"/>
              </a:rPr>
              <a:t>the output queues become longer and longer</a:t>
            </a:r>
            <a:endParaRPr b="0" lang="en-US" sz="2200" strike="noStrike" u="none">
              <a:solidFill>
                <a:srgbClr val="000000"/>
              </a:solidFill>
              <a:uFillTx/>
              <a:latin typeface="Arial"/>
            </a:endParaRPr>
          </a:p>
        </p:txBody>
      </p:sp>
      <p:pic>
        <p:nvPicPr>
          <p:cNvPr id="210" name="Picture 2" descr="http://image.slidesharecdn.com/ch24-100307212519-phpapp02/95/ch24-6-728.jpg?cb=1267997186"/>
          <p:cNvPicPr/>
          <p:nvPr/>
        </p:nvPicPr>
        <p:blipFill>
          <a:blip r:embed="rId1"/>
          <a:srcRect l="6287" t="31337" r="6251" b="28312"/>
          <a:stretch/>
        </p:blipFill>
        <p:spPr>
          <a:xfrm>
            <a:off x="1293480" y="3921480"/>
            <a:ext cx="6064200" cy="2097360"/>
          </a:xfrm>
          <a:prstGeom prst="rect">
            <a:avLst/>
          </a:prstGeom>
          <a:noFill/>
          <a:ln w="0">
            <a:noFill/>
          </a:ln>
        </p:spPr>
      </p:pic>
      <p:pic>
        <p:nvPicPr>
          <p:cNvPr id="211" name="" descr=""/>
          <p:cNvPicPr/>
          <p:nvPr/>
        </p:nvPicPr>
        <p:blipFill>
          <a:blip r:embed="rId2"/>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13"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Terminology</a:t>
            </a:r>
            <a:endParaRPr b="0" lang="en-US" sz="1800" strike="noStrike" u="none">
              <a:solidFill>
                <a:srgbClr val="000000"/>
              </a:solidFill>
              <a:uFillTx/>
              <a:latin typeface="Arial"/>
            </a:endParaRPr>
          </a:p>
        </p:txBody>
      </p:sp>
      <p:sp>
        <p:nvSpPr>
          <p:cNvPr id="214" name="Rectangle 2"/>
          <p:cNvSpPr/>
          <p:nvPr/>
        </p:nvSpPr>
        <p:spPr>
          <a:xfrm>
            <a:off x="695520" y="2339640"/>
            <a:ext cx="8197560" cy="312840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1" lang="en-US" sz="2200" strike="noStrike" u="none">
                <a:solidFill>
                  <a:schemeClr val="dk1"/>
                </a:solidFill>
                <a:uFillTx/>
                <a:latin typeface="Perpetua"/>
              </a:rPr>
              <a:t>Congestion Window</a:t>
            </a:r>
            <a:endParaRPr b="0" lang="en-US" sz="2200" strike="noStrike" u="none">
              <a:solidFill>
                <a:srgbClr val="000000"/>
              </a:solidFill>
              <a:uFillTx/>
              <a:latin typeface="Arial"/>
            </a:endParaRPr>
          </a:p>
          <a:p>
            <a:pPr lvl="1" marL="457200" indent="-216000" defTabSz="914400">
              <a:lnSpc>
                <a:spcPct val="100000"/>
              </a:lnSpc>
              <a:buClr>
                <a:srgbClr val="000000"/>
              </a:buClr>
              <a:buFont typeface="Wingdings" charset="2"/>
              <a:buChar char=""/>
            </a:pPr>
            <a:r>
              <a:rPr b="0" lang="en-US" sz="2200" strike="noStrike" u="none">
                <a:solidFill>
                  <a:schemeClr val="dk1"/>
                </a:solidFill>
                <a:uFillTx/>
                <a:latin typeface="Perpetua"/>
              </a:rPr>
              <a:t>The number of bytes the sender may have in the network at any time  [2]</a:t>
            </a:r>
            <a:endParaRPr b="0" lang="en-US" sz="2200" strike="noStrike" u="none">
              <a:solidFill>
                <a:srgbClr val="000000"/>
              </a:solidFill>
              <a:uFillTx/>
              <a:latin typeface="Arial"/>
            </a:endParaRPr>
          </a:p>
          <a:p>
            <a:pPr lvl="1" marL="457200" indent="-216000" defTabSz="914400">
              <a:lnSpc>
                <a:spcPct val="100000"/>
              </a:lnSpc>
              <a:buClr>
                <a:srgbClr val="000000"/>
              </a:buClr>
              <a:buFont typeface="Wingdings" charset="2"/>
              <a:buChar char=""/>
            </a:pPr>
            <a:r>
              <a:rPr b="0" lang="en-US" sz="2200" strike="noStrike" u="none">
                <a:solidFill>
                  <a:schemeClr val="dk1"/>
                </a:solidFill>
                <a:uFillTx/>
                <a:latin typeface="Perpetua"/>
              </a:rPr>
              <a:t>LastByteSent – LastByteAcked  &lt;= cwnd</a:t>
            </a:r>
            <a:endParaRPr b="0" lang="en-US" sz="2200" strike="noStrike" u="none">
              <a:solidFill>
                <a:srgbClr val="000000"/>
              </a:solidFill>
              <a:uFillTx/>
              <a:latin typeface="Arial"/>
            </a:endParaRPr>
          </a:p>
          <a:p>
            <a:pPr marL="285840" indent="-285840" defTabSz="914400">
              <a:lnSpc>
                <a:spcPct val="100000"/>
              </a:lnSpc>
              <a:buClr>
                <a:srgbClr val="000000"/>
              </a:buClr>
              <a:buFont typeface="Wingdings" charset="2"/>
              <a:buChar char=""/>
            </a:pPr>
            <a:r>
              <a:rPr b="1" lang="en-US" sz="2200" strike="noStrike" u="none">
                <a:solidFill>
                  <a:schemeClr val="dk1"/>
                </a:solidFill>
                <a:uFillTx/>
                <a:latin typeface="Perpetua"/>
              </a:rPr>
              <a:t>Sending Rate</a:t>
            </a:r>
            <a:endParaRPr b="0" lang="en-US" sz="2200" strike="noStrike" u="none">
              <a:solidFill>
                <a:srgbClr val="000000"/>
              </a:solidFill>
              <a:uFillTx/>
              <a:latin typeface="Arial"/>
            </a:endParaRPr>
          </a:p>
          <a:p>
            <a:pPr lvl="1" marL="457200" indent="-216000" defTabSz="914400">
              <a:lnSpc>
                <a:spcPct val="100000"/>
              </a:lnSpc>
              <a:buClr>
                <a:srgbClr val="000000"/>
              </a:buClr>
              <a:buFont typeface="Wingdings" charset="2"/>
              <a:buChar char=""/>
            </a:pPr>
            <a:r>
              <a:rPr b="0" lang="en-US" sz="2200" strike="noStrike" u="none">
                <a:solidFill>
                  <a:schemeClr val="dk1"/>
                </a:solidFill>
                <a:uFillTx/>
                <a:latin typeface="Perpetua"/>
              </a:rPr>
              <a:t>The congestion window size divided by the round-trip time (RTT</a:t>
            </a:r>
            <a:r>
              <a:rPr b="0" lang="en-US" sz="2200" strike="noStrike" u="none" baseline="50000">
                <a:solidFill>
                  <a:schemeClr val="dk1"/>
                </a:solidFill>
                <a:uFillTx/>
                <a:latin typeface="Perpetua"/>
              </a:rPr>
              <a:t>1</a:t>
            </a:r>
            <a:r>
              <a:rPr b="0" lang="en-US" sz="2200" strike="noStrike" u="none">
                <a:solidFill>
                  <a:schemeClr val="dk1"/>
                </a:solidFill>
                <a:uFillTx/>
                <a:latin typeface="Perpetua"/>
              </a:rPr>
              <a:t>) of the connection [2]. </a:t>
            </a:r>
            <a:endParaRPr b="0" lang="en-US" sz="2200" strike="noStrike" u="none">
              <a:solidFill>
                <a:srgbClr val="000000"/>
              </a:solidFill>
              <a:uFillTx/>
              <a:latin typeface="Arial"/>
            </a:endParaRPr>
          </a:p>
          <a:p>
            <a:pPr marL="457200" defTabSz="914400">
              <a:lnSpc>
                <a:spcPct val="100000"/>
              </a:lnSpc>
            </a:pPr>
            <a:endParaRPr b="0" lang="en-US" sz="2200" strike="noStrike" u="none">
              <a:solidFill>
                <a:srgbClr val="000000"/>
              </a:solidFill>
              <a:uFillTx/>
              <a:latin typeface="Arial"/>
            </a:endParaRPr>
          </a:p>
          <a:p>
            <a:pPr marL="343080" indent="-343080" defTabSz="914400">
              <a:lnSpc>
                <a:spcPct val="100000"/>
              </a:lnSpc>
              <a:buClr>
                <a:srgbClr val="c00000"/>
              </a:buClr>
              <a:buFont typeface="Wingdings" charset="2"/>
              <a:buChar char=""/>
            </a:pPr>
            <a:r>
              <a:rPr b="0" i="1" lang="en-US" sz="2200" strike="noStrike" u="none">
                <a:solidFill>
                  <a:srgbClr val="c00000"/>
                </a:solidFill>
                <a:uFillTx/>
                <a:latin typeface="Perpetua"/>
              </a:rPr>
              <a:t>By adjusting the value of cwnd, the sender can therefore adjust the rate at which it sends data into its connection [3]</a:t>
            </a:r>
            <a:r>
              <a:rPr b="0" i="1" lang="en-US" sz="2200" strike="noStrike" u="none">
                <a:solidFill>
                  <a:schemeClr val="dk1"/>
                </a:solidFill>
                <a:uFillTx/>
                <a:latin typeface="Perpetua"/>
              </a:rPr>
              <a:t>.</a:t>
            </a:r>
            <a:endParaRPr b="0" lang="en-US" sz="2200" strike="noStrike" u="none">
              <a:solidFill>
                <a:srgbClr val="000000"/>
              </a:solidFill>
              <a:uFillTx/>
              <a:latin typeface="Arial"/>
            </a:endParaRPr>
          </a:p>
        </p:txBody>
      </p:sp>
      <p:sp>
        <p:nvSpPr>
          <p:cNvPr id="215" name="TextBox 5"/>
          <p:cNvSpPr/>
          <p:nvPr/>
        </p:nvSpPr>
        <p:spPr>
          <a:xfrm>
            <a:off x="2755080" y="6409080"/>
            <a:ext cx="5572440" cy="516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400" strike="noStrike" u="none">
                <a:solidFill>
                  <a:schemeClr val="dk1"/>
                </a:solidFill>
                <a:uFillTx/>
                <a:latin typeface="Comic Sans MS"/>
              </a:rPr>
              <a:t>1 The time from when a segment is sent until it is acknowledged. </a:t>
            </a:r>
            <a:br>
              <a:rPr sz="1400"/>
            </a:br>
            <a:endParaRPr b="0" lang="en-US" sz="1400" strike="noStrike" u="none">
              <a:solidFill>
                <a:srgbClr val="000000"/>
              </a:solidFill>
              <a:uFillTx/>
              <a:latin typeface="Arial"/>
            </a:endParaRPr>
          </a:p>
        </p:txBody>
      </p:sp>
      <p:pic>
        <p:nvPicPr>
          <p:cNvPr id="216" name="" descr=""/>
          <p:cNvPicPr/>
          <p:nvPr/>
        </p:nvPicPr>
        <p:blipFill>
          <a:blip r:embed="rId1"/>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18"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Terminology</a:t>
            </a:r>
            <a:endParaRPr b="0" lang="en-US" sz="1800" strike="noStrike" u="none">
              <a:solidFill>
                <a:srgbClr val="000000"/>
              </a:solidFill>
              <a:uFillTx/>
              <a:latin typeface="Arial"/>
            </a:endParaRPr>
          </a:p>
        </p:txBody>
      </p:sp>
      <p:sp>
        <p:nvSpPr>
          <p:cNvPr id="219" name="Rectangle 2"/>
          <p:cNvSpPr/>
          <p:nvPr/>
        </p:nvSpPr>
        <p:spPr>
          <a:xfrm>
            <a:off x="226800" y="2063880"/>
            <a:ext cx="8197560" cy="326016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Wingdings" charset="2"/>
              <a:buChar char=""/>
            </a:pPr>
            <a:r>
              <a:rPr b="0" lang="en-US" sz="2000" strike="noStrike" u="none">
                <a:solidFill>
                  <a:schemeClr val="dk1"/>
                </a:solidFill>
                <a:uFillTx/>
                <a:latin typeface="Perpetua"/>
              </a:rPr>
              <a:t>Loss Event</a:t>
            </a:r>
            <a:endParaRPr b="0" lang="en-US" sz="2000" strike="noStrike" u="none">
              <a:solidFill>
                <a:srgbClr val="000000"/>
              </a:solidFill>
              <a:uFillTx/>
              <a:latin typeface="Arial"/>
            </a:endParaRPr>
          </a:p>
          <a:p>
            <a:pPr lvl="1" marL="800280" indent="-343080" defTabSz="914400">
              <a:lnSpc>
                <a:spcPct val="100000"/>
              </a:lnSpc>
              <a:buClr>
                <a:srgbClr val="000000"/>
              </a:buClr>
              <a:buFont typeface="Wingdings" charset="2"/>
              <a:buChar char=""/>
            </a:pPr>
            <a:r>
              <a:rPr b="0" lang="en-US" sz="2000" strike="noStrike" u="none">
                <a:solidFill>
                  <a:schemeClr val="dk1"/>
                </a:solidFill>
                <a:uFillTx/>
                <a:latin typeface="Perpetua"/>
              </a:rPr>
              <a:t>Timeout</a:t>
            </a:r>
            <a:endParaRPr b="0" lang="en-US" sz="2000" strike="noStrike" u="none">
              <a:solidFill>
                <a:srgbClr val="000000"/>
              </a:solidFill>
              <a:uFillTx/>
              <a:latin typeface="Arial"/>
            </a:endParaRPr>
          </a:p>
          <a:p>
            <a:pPr lvl="2" marL="1257480" indent="-343080" defTabSz="914400">
              <a:lnSpc>
                <a:spcPct val="100000"/>
              </a:lnSpc>
              <a:buClr>
                <a:srgbClr val="000000"/>
              </a:buClr>
              <a:buFont typeface="Wingdings" charset="2"/>
              <a:buChar char=""/>
            </a:pPr>
            <a:r>
              <a:rPr b="0" lang="en-US" sz="2000" strike="noStrike" u="none">
                <a:solidFill>
                  <a:schemeClr val="dk1"/>
                </a:solidFill>
                <a:uFillTx/>
                <a:latin typeface="Perpetua"/>
              </a:rPr>
              <a:t>Sender does not receive any acknowledgement within a predefined interval</a:t>
            </a:r>
            <a:endParaRPr b="0" lang="en-US" sz="2000" strike="noStrike" u="none">
              <a:solidFill>
                <a:srgbClr val="000000"/>
              </a:solidFill>
              <a:uFillTx/>
              <a:latin typeface="Arial"/>
            </a:endParaRPr>
          </a:p>
          <a:p>
            <a:pPr lvl="1" marL="800280" indent="-343080" defTabSz="914400">
              <a:lnSpc>
                <a:spcPct val="100000"/>
              </a:lnSpc>
              <a:buClr>
                <a:srgbClr val="000000"/>
              </a:buClr>
              <a:buFont typeface="Wingdings" charset="2"/>
              <a:buChar char=""/>
            </a:pPr>
            <a:r>
              <a:rPr b="0" lang="en-US" sz="2000" strike="noStrike" u="none">
                <a:solidFill>
                  <a:schemeClr val="dk1"/>
                </a:solidFill>
                <a:uFillTx/>
                <a:latin typeface="Perpetua"/>
              </a:rPr>
              <a:t>3 duplicate Acknowledgement  (3 duplicate ACK)</a:t>
            </a:r>
            <a:endParaRPr b="0" lang="en-US" sz="2000" strike="noStrike" u="none">
              <a:solidFill>
                <a:srgbClr val="000000"/>
              </a:solidFill>
              <a:uFillTx/>
              <a:latin typeface="Arial"/>
            </a:endParaRPr>
          </a:p>
          <a:p>
            <a:pPr lvl="2" marL="1200240" indent="-285840" algn="just" defTabSz="914400">
              <a:lnSpc>
                <a:spcPct val="100000"/>
              </a:lnSpc>
              <a:buClr>
                <a:srgbClr val="000000"/>
              </a:buClr>
              <a:buFont typeface="Wingdings" charset="2"/>
              <a:buChar char=""/>
            </a:pPr>
            <a:r>
              <a:rPr b="0" lang="en-US" sz="1800" strike="noStrike" u="none">
                <a:solidFill>
                  <a:schemeClr val="dk1"/>
                </a:solidFill>
                <a:uFillTx/>
                <a:latin typeface="Perpetua"/>
              </a:rPr>
              <a:t> </a:t>
            </a:r>
            <a:r>
              <a:rPr b="0" lang="en-US" sz="1800" strike="noStrike" u="none">
                <a:solidFill>
                  <a:schemeClr val="dk1"/>
                </a:solidFill>
                <a:uFillTx/>
                <a:latin typeface="Perpetua"/>
              </a:rPr>
              <a:t>Reception of the same ACK four times.</a:t>
            </a:r>
            <a:endParaRPr b="0" lang="en-US" sz="1800" strike="noStrike" u="none">
              <a:solidFill>
                <a:srgbClr val="000000"/>
              </a:solidFill>
              <a:uFillTx/>
              <a:latin typeface="Arial"/>
            </a:endParaRPr>
          </a:p>
          <a:p>
            <a:pPr lvl="2" marL="1200240" indent="-285840" algn="just" defTabSz="914400">
              <a:lnSpc>
                <a:spcPct val="100000"/>
              </a:lnSpc>
              <a:buClr>
                <a:srgbClr val="000000"/>
              </a:buClr>
              <a:buFont typeface="Wingdings" charset="2"/>
              <a:buChar char=""/>
            </a:pPr>
            <a:r>
              <a:rPr b="0" lang="en-US" sz="1800" strike="noStrike" u="none">
                <a:solidFill>
                  <a:schemeClr val="dk1"/>
                </a:solidFill>
                <a:uFillTx/>
                <a:latin typeface="Perpetua"/>
              </a:rPr>
              <a:t>Indicates that the channel is not congested that much</a:t>
            </a:r>
            <a:endParaRPr b="0" lang="en-US" sz="1800" strike="noStrike" u="none">
              <a:solidFill>
                <a:srgbClr val="000000"/>
              </a:solidFill>
              <a:uFillTx/>
              <a:latin typeface="Arial"/>
            </a:endParaRPr>
          </a:p>
          <a:p>
            <a:pPr marL="914400" algn="just" defTabSz="914400">
              <a:lnSpc>
                <a:spcPct val="100000"/>
              </a:lnSpc>
            </a:pPr>
            <a:r>
              <a:rPr b="0" lang="en-US" sz="1800" strike="noStrike" u="none">
                <a:solidFill>
                  <a:schemeClr val="dk1"/>
                </a:solidFill>
                <a:uFillTx/>
                <a:latin typeface="Perpetua"/>
              </a:rPr>
              <a:t>      </a:t>
            </a:r>
            <a:r>
              <a:rPr b="0" lang="en-US" sz="1800" strike="noStrike" u="none">
                <a:solidFill>
                  <a:schemeClr val="dk1"/>
                </a:solidFill>
                <a:uFillTx/>
                <a:latin typeface="Perpetua"/>
              </a:rPr>
              <a:t>as the receiver is still receiving segments.</a:t>
            </a:r>
            <a:endParaRPr b="0" lang="en-US" sz="1800" strike="noStrike" u="none">
              <a:solidFill>
                <a:srgbClr val="000000"/>
              </a:solidFill>
              <a:uFillTx/>
              <a:latin typeface="Arial"/>
            </a:endParaRPr>
          </a:p>
          <a:p>
            <a:pPr lvl="2" marL="1200240" indent="-285840" algn="just" defTabSz="914400">
              <a:lnSpc>
                <a:spcPct val="100000"/>
              </a:lnSpc>
              <a:buClr>
                <a:srgbClr val="000000"/>
              </a:buClr>
              <a:buFont typeface="Wingdings" charset="2"/>
              <a:buChar char=""/>
            </a:pPr>
            <a:r>
              <a:rPr b="0" lang="en-US" sz="1800" strike="noStrike" u="none">
                <a:solidFill>
                  <a:schemeClr val="dk1"/>
                </a:solidFill>
                <a:uFillTx/>
                <a:latin typeface="Perpetua"/>
              </a:rPr>
              <a:t>Indicates that  the segment 3 is lost as it receives the duplicate</a:t>
            </a:r>
            <a:endParaRPr b="0" lang="en-US" sz="1800" strike="noStrike" u="none">
              <a:solidFill>
                <a:srgbClr val="000000"/>
              </a:solidFill>
              <a:uFillTx/>
              <a:latin typeface="Arial"/>
            </a:endParaRPr>
          </a:p>
          <a:p>
            <a:pPr marL="914400" algn="just" defTabSz="914400">
              <a:lnSpc>
                <a:spcPct val="100000"/>
              </a:lnSpc>
            </a:pPr>
            <a:r>
              <a:rPr b="0" lang="en-US" sz="1800" strike="noStrike" u="none">
                <a:solidFill>
                  <a:schemeClr val="dk1"/>
                </a:solidFill>
                <a:uFillTx/>
                <a:latin typeface="Perpetua"/>
              </a:rPr>
              <a:t>       </a:t>
            </a:r>
            <a:r>
              <a:rPr b="0" lang="en-US" sz="1800" strike="noStrike" u="none">
                <a:solidFill>
                  <a:schemeClr val="dk1"/>
                </a:solidFill>
                <a:uFillTx/>
                <a:latin typeface="Perpetua"/>
              </a:rPr>
              <a:t>ACK 23</a:t>
            </a:r>
            <a:endParaRPr b="0" lang="en-US" sz="1800" strike="noStrike" u="none">
              <a:solidFill>
                <a:srgbClr val="000000"/>
              </a:solidFill>
              <a:uFillTx/>
              <a:latin typeface="Arial"/>
            </a:endParaRPr>
          </a:p>
          <a:p>
            <a:pPr lvl="2" marL="1200240" indent="-285840" algn="just" defTabSz="914400">
              <a:lnSpc>
                <a:spcPct val="100000"/>
              </a:lnSpc>
              <a:buClr>
                <a:srgbClr val="000000"/>
              </a:buClr>
              <a:buFont typeface="Wingdings" charset="2"/>
              <a:buChar char=""/>
            </a:pPr>
            <a:r>
              <a:rPr b="0" lang="en-US" sz="1800" strike="noStrike" u="none">
                <a:solidFill>
                  <a:schemeClr val="dk1"/>
                </a:solidFill>
                <a:uFillTx/>
                <a:latin typeface="Perpetua"/>
              </a:rPr>
              <a:t>Receiver is receiving segment out of order.</a:t>
            </a:r>
            <a:endParaRPr b="0" lang="en-US" sz="1800" strike="noStrike" u="none">
              <a:solidFill>
                <a:srgbClr val="000000"/>
              </a:solidFill>
              <a:uFillTx/>
              <a:latin typeface="Arial"/>
            </a:endParaRPr>
          </a:p>
        </p:txBody>
      </p:sp>
      <p:grpSp>
        <p:nvGrpSpPr>
          <p:cNvPr id="220" name="Group 11"/>
          <p:cNvGrpSpPr/>
          <p:nvPr/>
        </p:nvGrpSpPr>
        <p:grpSpPr>
          <a:xfrm>
            <a:off x="6255000" y="3100320"/>
            <a:ext cx="2900880" cy="3088080"/>
            <a:chOff x="6255000" y="3100320"/>
            <a:chExt cx="2900880" cy="3088080"/>
          </a:xfrm>
        </p:grpSpPr>
        <p:pic>
          <p:nvPicPr>
            <p:cNvPr id="221" name="Picture 3" descr=""/>
            <p:cNvPicPr/>
            <p:nvPr/>
          </p:nvPicPr>
          <p:blipFill>
            <a:blip r:embed="rId1"/>
            <a:stretch/>
          </p:blipFill>
          <p:spPr>
            <a:xfrm>
              <a:off x="6255000" y="3100320"/>
              <a:ext cx="2421000" cy="3088080"/>
            </a:xfrm>
            <a:prstGeom prst="rect">
              <a:avLst/>
            </a:prstGeom>
            <a:noFill/>
            <a:ln w="0">
              <a:noFill/>
            </a:ln>
          </p:spPr>
        </p:pic>
        <p:sp>
          <p:nvSpPr>
            <p:cNvPr id="222" name="TextBox 5"/>
            <p:cNvSpPr/>
            <p:nvPr/>
          </p:nvSpPr>
          <p:spPr>
            <a:xfrm>
              <a:off x="8213040" y="3710520"/>
              <a:ext cx="925560" cy="27252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uFillTx/>
                  <a:latin typeface="Calibri"/>
                </a:rPr>
                <a:t>ACK 2</a:t>
              </a:r>
              <a:endParaRPr b="0" lang="en-US" sz="1200" strike="noStrike" u="none">
                <a:solidFill>
                  <a:srgbClr val="000000"/>
                </a:solidFill>
                <a:uFillTx/>
                <a:latin typeface="Arial"/>
              </a:endParaRPr>
            </a:p>
          </p:txBody>
        </p:sp>
        <p:sp>
          <p:nvSpPr>
            <p:cNvPr id="223" name="TextBox 6"/>
            <p:cNvSpPr/>
            <p:nvPr/>
          </p:nvSpPr>
          <p:spPr>
            <a:xfrm>
              <a:off x="8213040" y="3895560"/>
              <a:ext cx="925560" cy="27252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uFillTx/>
                  <a:latin typeface="Calibri"/>
                </a:rPr>
                <a:t>ACK 3</a:t>
              </a:r>
              <a:endParaRPr b="0" lang="en-US" sz="1200" strike="noStrike" u="none">
                <a:solidFill>
                  <a:srgbClr val="000000"/>
                </a:solidFill>
                <a:uFillTx/>
                <a:latin typeface="Arial"/>
              </a:endParaRPr>
            </a:p>
          </p:txBody>
        </p:sp>
        <p:sp>
          <p:nvSpPr>
            <p:cNvPr id="224" name="TextBox 7"/>
            <p:cNvSpPr/>
            <p:nvPr/>
          </p:nvSpPr>
          <p:spPr>
            <a:xfrm>
              <a:off x="8230320" y="4236840"/>
              <a:ext cx="925560" cy="27252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uFillTx/>
                  <a:latin typeface="Calibri"/>
                </a:rPr>
                <a:t>ACK 3</a:t>
              </a:r>
              <a:endParaRPr b="0" lang="en-US" sz="1200" strike="noStrike" u="none">
                <a:solidFill>
                  <a:srgbClr val="000000"/>
                </a:solidFill>
                <a:uFillTx/>
                <a:latin typeface="Arial"/>
              </a:endParaRPr>
            </a:p>
          </p:txBody>
        </p:sp>
        <p:sp>
          <p:nvSpPr>
            <p:cNvPr id="225" name="TextBox 8"/>
            <p:cNvSpPr/>
            <p:nvPr/>
          </p:nvSpPr>
          <p:spPr>
            <a:xfrm>
              <a:off x="8218080" y="4569120"/>
              <a:ext cx="925560" cy="27252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uFillTx/>
                  <a:latin typeface="Calibri"/>
                </a:rPr>
                <a:t>ACK 3</a:t>
              </a:r>
              <a:endParaRPr b="0" lang="en-US" sz="1200" strike="noStrike" u="none">
                <a:solidFill>
                  <a:srgbClr val="000000"/>
                </a:solidFill>
                <a:uFillTx/>
                <a:latin typeface="Arial"/>
              </a:endParaRPr>
            </a:p>
          </p:txBody>
        </p:sp>
        <p:sp>
          <p:nvSpPr>
            <p:cNvPr id="226" name="TextBox 9"/>
            <p:cNvSpPr/>
            <p:nvPr/>
          </p:nvSpPr>
          <p:spPr>
            <a:xfrm>
              <a:off x="8213040" y="5476320"/>
              <a:ext cx="925560" cy="27252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uFillTx/>
                  <a:latin typeface="Calibri"/>
                </a:rPr>
                <a:t>ACK 7</a:t>
              </a:r>
              <a:endParaRPr b="0" lang="en-US" sz="1200" strike="noStrike" u="none">
                <a:solidFill>
                  <a:srgbClr val="000000"/>
                </a:solidFill>
                <a:uFillTx/>
                <a:latin typeface="Arial"/>
              </a:endParaRPr>
            </a:p>
          </p:txBody>
        </p:sp>
        <p:sp>
          <p:nvSpPr>
            <p:cNvPr id="227" name="TextBox 10"/>
            <p:cNvSpPr/>
            <p:nvPr/>
          </p:nvSpPr>
          <p:spPr>
            <a:xfrm>
              <a:off x="8222040" y="4790160"/>
              <a:ext cx="925560" cy="27252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r>
                <a:rPr b="0" lang="en-US" sz="1200" strike="noStrike" u="none">
                  <a:solidFill>
                    <a:schemeClr val="dk1"/>
                  </a:solidFill>
                  <a:uFillTx/>
                  <a:latin typeface="Calibri"/>
                </a:rPr>
                <a:t>ACK 3</a:t>
              </a:r>
              <a:endParaRPr b="0" lang="en-US" sz="1200" strike="noStrike" u="none">
                <a:solidFill>
                  <a:srgbClr val="000000"/>
                </a:solidFill>
                <a:uFillTx/>
                <a:latin typeface="Arial"/>
              </a:endParaRPr>
            </a:p>
          </p:txBody>
        </p:sp>
      </p:grpSp>
      <p:pic>
        <p:nvPicPr>
          <p:cNvPr id="228" name="" descr=""/>
          <p:cNvPicPr/>
          <p:nvPr/>
        </p:nvPicPr>
        <p:blipFill>
          <a:blip r:embed="rId2"/>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30"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 </a:t>
            </a:r>
            <a:r>
              <a:rPr b="0" lang="en-US" sz="1800" strike="noStrike" u="none">
                <a:solidFill>
                  <a:schemeClr val="lt1"/>
                </a:solidFill>
                <a:uFillTx/>
                <a:latin typeface="Calibri"/>
              </a:rPr>
              <a:t>TCP Reno</a:t>
            </a:r>
            <a:endParaRPr b="0" lang="en-US" sz="1800" strike="noStrike" u="none">
              <a:solidFill>
                <a:srgbClr val="000000"/>
              </a:solidFill>
              <a:uFillTx/>
              <a:latin typeface="Arial"/>
            </a:endParaRPr>
          </a:p>
        </p:txBody>
      </p:sp>
      <p:sp>
        <p:nvSpPr>
          <p:cNvPr id="231" name="Content Placeholder 2"/>
          <p:cNvSpPr/>
          <p:nvPr/>
        </p:nvSpPr>
        <p:spPr>
          <a:xfrm>
            <a:off x="297720" y="2459160"/>
            <a:ext cx="8229240" cy="3123720"/>
          </a:xfrm>
          <a:prstGeom prst="rect">
            <a:avLst/>
          </a:prstGeom>
          <a:noFill/>
          <a:ln w="0">
            <a:noFill/>
          </a:ln>
        </p:spPr>
        <p:style>
          <a:lnRef idx="0"/>
          <a:fillRef idx="0"/>
          <a:effectRef idx="0"/>
          <a:fontRef idx="minor"/>
        </p:style>
        <p:txBody>
          <a:bodyPr anchor="t">
            <a:normAutofit/>
          </a:bodyPr>
          <a:p>
            <a:pPr marL="343080" indent="-343080" defTabSz="914400">
              <a:lnSpc>
                <a:spcPct val="100000"/>
              </a:lnSpc>
              <a:buClr>
                <a:srgbClr val="a6a6a6"/>
              </a:buClr>
              <a:buSzPct val="90000"/>
              <a:buFont typeface="Wingdings" charset="2"/>
              <a:buChar char=""/>
            </a:pPr>
            <a:r>
              <a:rPr b="1" lang="en-US" sz="2200" strike="noStrike" u="none">
                <a:solidFill>
                  <a:schemeClr val="dk1"/>
                </a:solidFill>
                <a:uFillTx/>
                <a:latin typeface="Perpetua"/>
              </a:rPr>
              <a:t>Steps of congestion window  control</a:t>
            </a:r>
            <a:endParaRPr b="0" lang="en-US" sz="2200" strike="noStrike" u="none">
              <a:solidFill>
                <a:srgbClr val="000000"/>
              </a:solidFill>
              <a:uFillTx/>
              <a:latin typeface="Arial"/>
            </a:endParaRPr>
          </a:p>
          <a:p>
            <a:pPr lvl="1" marL="800280" indent="-343080" defTabSz="914400">
              <a:lnSpc>
                <a:spcPct val="100000"/>
              </a:lnSpc>
              <a:spcBef>
                <a:spcPts val="601"/>
              </a:spcBef>
              <a:buClr>
                <a:srgbClr val="404040"/>
              </a:buClr>
              <a:buSzPct val="90000"/>
              <a:buFont typeface="Wingdings" charset="2"/>
              <a:buChar char=""/>
            </a:pPr>
            <a:r>
              <a:rPr b="0" lang="en-US" sz="2200" strike="noStrike" u="none">
                <a:solidFill>
                  <a:schemeClr val="dk1"/>
                </a:solidFill>
                <a:uFillTx/>
                <a:latin typeface="Perpetua"/>
              </a:rPr>
              <a:t>Slow Start</a:t>
            </a:r>
            <a:endParaRPr b="0" lang="en-US" sz="2200" strike="noStrike" u="none">
              <a:solidFill>
                <a:srgbClr val="000000"/>
              </a:solidFill>
              <a:uFillTx/>
              <a:latin typeface="Arial"/>
            </a:endParaRPr>
          </a:p>
          <a:p>
            <a:pPr lvl="1" marL="800280" indent="-343080" defTabSz="914400">
              <a:lnSpc>
                <a:spcPct val="100000"/>
              </a:lnSpc>
              <a:spcBef>
                <a:spcPts val="601"/>
              </a:spcBef>
              <a:buClr>
                <a:srgbClr val="404040"/>
              </a:buClr>
              <a:buSzPct val="90000"/>
              <a:buFont typeface="Wingdings" charset="2"/>
              <a:buChar char=""/>
            </a:pPr>
            <a:r>
              <a:rPr b="0" lang="en-US" sz="2200" strike="noStrike" u="none">
                <a:solidFill>
                  <a:schemeClr val="dk1"/>
                </a:solidFill>
                <a:uFillTx/>
                <a:latin typeface="Perpetua"/>
              </a:rPr>
              <a:t>Congestion Avoidance</a:t>
            </a:r>
            <a:endParaRPr b="0" lang="en-US" sz="2200" strike="noStrike" u="none">
              <a:solidFill>
                <a:srgbClr val="000000"/>
              </a:solidFill>
              <a:uFillTx/>
              <a:latin typeface="Arial"/>
            </a:endParaRPr>
          </a:p>
          <a:p>
            <a:pPr marL="457200" algn="ctr" defTabSz="914400">
              <a:lnSpc>
                <a:spcPct val="100000"/>
              </a:lnSpc>
              <a:spcBef>
                <a:spcPts val="601"/>
              </a:spcBef>
              <a:tabLst>
                <a:tab algn="l" pos="0"/>
              </a:tabLst>
            </a:pPr>
            <a:endParaRPr b="0" lang="en-US" sz="2200" strike="noStrike" u="none">
              <a:solidFill>
                <a:srgbClr val="000000"/>
              </a:solidFill>
              <a:uFillTx/>
              <a:latin typeface="Arial"/>
            </a:endParaRPr>
          </a:p>
        </p:txBody>
      </p:sp>
      <p:pic>
        <p:nvPicPr>
          <p:cNvPr id="232" name="" descr=""/>
          <p:cNvPicPr/>
          <p:nvPr/>
        </p:nvPicPr>
        <p:blipFill>
          <a:blip r:embed="rId1"/>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34"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TCP Reno</a:t>
            </a:r>
            <a:endParaRPr b="0" lang="en-US" sz="1800" strike="noStrike" u="none">
              <a:solidFill>
                <a:srgbClr val="000000"/>
              </a:solidFill>
              <a:uFillTx/>
              <a:latin typeface="Arial"/>
            </a:endParaRPr>
          </a:p>
        </p:txBody>
      </p:sp>
      <p:sp>
        <p:nvSpPr>
          <p:cNvPr id="235" name="Rectangle 2"/>
          <p:cNvSpPr/>
          <p:nvPr/>
        </p:nvSpPr>
        <p:spPr>
          <a:xfrm>
            <a:off x="92880" y="2089440"/>
            <a:ext cx="4825440" cy="4265280"/>
          </a:xfrm>
          <a:prstGeom prst="rect">
            <a:avLst/>
          </a:prstGeom>
          <a:noFill/>
          <a:ln w="0">
            <a:noFill/>
          </a:ln>
        </p:spPr>
        <p:style>
          <a:lnRef idx="0"/>
          <a:fillRef idx="0"/>
          <a:effectRef idx="0"/>
          <a:fontRef idx="minor"/>
        </p:style>
        <p:txBody>
          <a:bodyPr lIns="90000" rIns="90000" tIns="45000" bIns="45000" anchor="t">
            <a:spAutoFit/>
          </a:bodyPr>
          <a:p>
            <a:pPr indent="-216000" defTabSz="914400">
              <a:lnSpc>
                <a:spcPct val="100000"/>
              </a:lnSpc>
              <a:buClr>
                <a:srgbClr val="000000"/>
              </a:buClr>
              <a:buFont typeface="Wingdings" charset="2"/>
              <a:buChar char=""/>
            </a:pPr>
            <a:r>
              <a:rPr b="1" lang="en-US" sz="2200" strike="noStrike" u="none">
                <a:solidFill>
                  <a:schemeClr val="dk1"/>
                </a:solidFill>
                <a:uFillTx/>
                <a:latin typeface="Perpetua"/>
              </a:rPr>
              <a:t>Slow Start</a:t>
            </a:r>
            <a:endParaRPr b="0" lang="en-US" sz="2200" strike="noStrike" u="none">
              <a:solidFill>
                <a:srgbClr val="000000"/>
              </a:solidFill>
              <a:uFillTx/>
              <a:latin typeface="Arial"/>
            </a:endParaRPr>
          </a:p>
          <a:p>
            <a:pPr marL="457200" algn="just" defTabSz="914400">
              <a:lnSpc>
                <a:spcPct val="100000"/>
              </a:lnSpc>
            </a:pPr>
            <a:r>
              <a:rPr b="0" lang="en-US" sz="2100" strike="noStrike" u="none">
                <a:solidFill>
                  <a:schemeClr val="dk1"/>
                </a:solidFill>
                <a:uFillTx/>
                <a:latin typeface="Perpetua"/>
              </a:rPr>
              <a:t>Follows a greedy approach. Starts sending data of size equals maximum sized segment (MSS).  If it receives an ACK for the previous transmission by next RTT, it sends 2 MSS. After next RTT, if it receives two ACKs, it sends 2+2=4 MSS in next round. That is, in each round, N+M MSS in a round if it sends N MSS in the last transmission round and receives M ACK before the current round. If it receives ACK for all the N MSS (previously sent), it sends N+N MSS this round. </a:t>
            </a:r>
            <a:endParaRPr b="0" lang="en-US" sz="2100" strike="noStrike" u="none">
              <a:solidFill>
                <a:srgbClr val="000000"/>
              </a:solidFill>
              <a:uFillTx/>
              <a:latin typeface="Arial"/>
            </a:endParaRPr>
          </a:p>
        </p:txBody>
      </p:sp>
      <p:pic>
        <p:nvPicPr>
          <p:cNvPr id="236" name="Picture 5" descr=""/>
          <p:cNvPicPr/>
          <p:nvPr/>
        </p:nvPicPr>
        <p:blipFill>
          <a:blip r:embed="rId1"/>
          <a:srcRect l="25744" t="0" r="0" b="28645"/>
          <a:stretch/>
        </p:blipFill>
        <p:spPr>
          <a:xfrm>
            <a:off x="5523480" y="2017080"/>
            <a:ext cx="3615480" cy="2935440"/>
          </a:xfrm>
          <a:prstGeom prst="rect">
            <a:avLst/>
          </a:prstGeom>
          <a:noFill/>
          <a:ln w="0">
            <a:noFill/>
          </a:ln>
        </p:spPr>
      </p:pic>
      <p:sp>
        <p:nvSpPr>
          <p:cNvPr id="237" name="TextBox 6"/>
          <p:cNvSpPr/>
          <p:nvPr/>
        </p:nvSpPr>
        <p:spPr>
          <a:xfrm>
            <a:off x="5162400" y="5116320"/>
            <a:ext cx="4051080" cy="9126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Fig. 1 Slow start from an initial congestion</a:t>
            </a:r>
            <a:endParaRPr b="0" lang="en-US" sz="1800" strike="noStrike" u="none">
              <a:solidFill>
                <a:srgbClr val="000000"/>
              </a:solidFill>
              <a:uFillTx/>
              <a:latin typeface="Arial"/>
            </a:endParaRPr>
          </a:p>
          <a:p>
            <a:pPr defTabSz="914400">
              <a:lnSpc>
                <a:spcPct val="100000"/>
              </a:lnSpc>
            </a:pPr>
            <a:r>
              <a:rPr b="0" lang="en-US" sz="1800" strike="noStrike" u="none">
                <a:solidFill>
                  <a:schemeClr val="dk1"/>
                </a:solidFill>
                <a:uFillTx/>
                <a:latin typeface="Calibri"/>
              </a:rPr>
              <a:t>          </a:t>
            </a:r>
            <a:r>
              <a:rPr b="0" lang="en-US" sz="1800" strike="noStrike" u="none">
                <a:solidFill>
                  <a:schemeClr val="dk1"/>
                </a:solidFill>
                <a:uFillTx/>
                <a:latin typeface="Calibri"/>
              </a:rPr>
              <a:t>window of one segment [2]. </a:t>
            </a:r>
            <a:br>
              <a:rPr sz="1800"/>
            </a:br>
            <a:endParaRPr b="0" lang="en-US" sz="1800" strike="noStrike" u="none">
              <a:solidFill>
                <a:srgbClr val="000000"/>
              </a:solidFill>
              <a:uFillTx/>
              <a:latin typeface="Arial"/>
            </a:endParaRPr>
          </a:p>
        </p:txBody>
      </p:sp>
      <p:pic>
        <p:nvPicPr>
          <p:cNvPr id="238" name="Picture 7" descr=""/>
          <p:cNvPicPr/>
          <p:nvPr/>
        </p:nvPicPr>
        <p:blipFill>
          <a:blip r:embed="rId2"/>
          <a:srcRect l="-1502" t="25689" r="72716" b="64883"/>
          <a:stretch/>
        </p:blipFill>
        <p:spPr>
          <a:xfrm rot="17038800">
            <a:off x="4376520" y="3576240"/>
            <a:ext cx="1595880" cy="321480"/>
          </a:xfrm>
          <a:prstGeom prst="rect">
            <a:avLst/>
          </a:prstGeom>
          <a:noFill/>
          <a:ln w="0">
            <a:noFill/>
          </a:ln>
        </p:spPr>
      </p:pic>
      <p:pic>
        <p:nvPicPr>
          <p:cNvPr id="239" name="" descr=""/>
          <p:cNvPicPr/>
          <p:nvPr/>
        </p:nvPicPr>
        <p:blipFill>
          <a:blip r:embed="rId3"/>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41"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TCP Reno</a:t>
            </a:r>
            <a:endParaRPr b="0" lang="en-US" sz="1800" strike="noStrike" u="none">
              <a:solidFill>
                <a:srgbClr val="000000"/>
              </a:solidFill>
              <a:uFillTx/>
              <a:latin typeface="Arial"/>
            </a:endParaRPr>
          </a:p>
        </p:txBody>
      </p:sp>
      <p:sp>
        <p:nvSpPr>
          <p:cNvPr id="242" name="Rectangle 2"/>
          <p:cNvSpPr/>
          <p:nvPr/>
        </p:nvSpPr>
        <p:spPr>
          <a:xfrm>
            <a:off x="286560" y="2251080"/>
            <a:ext cx="3125880" cy="424800"/>
          </a:xfrm>
          <a:prstGeom prst="rect">
            <a:avLst/>
          </a:prstGeom>
          <a:noFill/>
          <a:ln w="0">
            <a:noFill/>
          </a:ln>
        </p:spPr>
        <p:style>
          <a:lnRef idx="0"/>
          <a:fillRef idx="0"/>
          <a:effectRef idx="0"/>
          <a:fontRef idx="minor"/>
        </p:style>
        <p:txBody>
          <a:bodyPr wrap="none" lIns="90000" rIns="90000" tIns="45000" bIns="45000" anchor="t">
            <a:spAutoFit/>
          </a:bodyPr>
          <a:p>
            <a:pPr indent="-216000" defTabSz="914400">
              <a:lnSpc>
                <a:spcPct val="100000"/>
              </a:lnSpc>
              <a:buClr>
                <a:srgbClr val="000000"/>
              </a:buClr>
              <a:buFont typeface="Wingdings" charset="2"/>
              <a:buChar char=""/>
            </a:pPr>
            <a:r>
              <a:rPr b="1" lang="en-US" sz="2200" strike="noStrike" u="none">
                <a:solidFill>
                  <a:schemeClr val="dk1"/>
                </a:solidFill>
                <a:uFillTx/>
                <a:latin typeface="Perpetua"/>
              </a:rPr>
              <a:t>Congestion Avoidance </a:t>
            </a:r>
            <a:endParaRPr b="0" lang="en-US" sz="2200" strike="noStrike" u="none">
              <a:solidFill>
                <a:srgbClr val="000000"/>
              </a:solidFill>
              <a:uFillTx/>
              <a:latin typeface="Arial"/>
            </a:endParaRPr>
          </a:p>
        </p:txBody>
      </p:sp>
      <p:sp>
        <p:nvSpPr>
          <p:cNvPr id="243" name="Rectangle 6"/>
          <p:cNvSpPr/>
          <p:nvPr/>
        </p:nvSpPr>
        <p:spPr>
          <a:xfrm>
            <a:off x="153000" y="2878200"/>
            <a:ext cx="5843880" cy="821160"/>
          </a:xfrm>
          <a:prstGeom prst="rect">
            <a:avLst/>
          </a:prstGeom>
          <a:noFill/>
          <a:ln w="0">
            <a:noFill/>
          </a:ln>
        </p:spPr>
        <p:style>
          <a:lnRef idx="0"/>
          <a:fillRef idx="0"/>
          <a:effectRef idx="0"/>
          <a:fontRef idx="minor"/>
        </p:style>
        <p:txBody>
          <a:bodyPr lIns="90000" rIns="90000" tIns="45000" bIns="45000" anchor="t">
            <a:spAutoFit/>
          </a:bodyPr>
          <a:p>
            <a:pPr marL="457200" defTabSz="914400">
              <a:lnSpc>
                <a:spcPct val="100000"/>
              </a:lnSpc>
            </a:pPr>
            <a:r>
              <a:rPr b="0" lang="en-US" sz="2400" strike="noStrike" u="none">
                <a:solidFill>
                  <a:srgbClr val="00b0f0"/>
                </a:solidFill>
                <a:uFillTx/>
                <a:latin typeface="Perpetua"/>
              </a:rPr>
              <a:t>How long does cwnd continue to be increased exponentially?</a:t>
            </a:r>
            <a:endParaRPr b="0" lang="en-US" sz="2400" strike="noStrike" u="none">
              <a:solidFill>
                <a:srgbClr val="000000"/>
              </a:solidFill>
              <a:uFillTx/>
              <a:latin typeface="Arial"/>
            </a:endParaRPr>
          </a:p>
        </p:txBody>
      </p:sp>
      <p:grpSp>
        <p:nvGrpSpPr>
          <p:cNvPr id="244" name="Group 10"/>
          <p:cNvGrpSpPr/>
          <p:nvPr/>
        </p:nvGrpSpPr>
        <p:grpSpPr>
          <a:xfrm>
            <a:off x="632160" y="4026240"/>
            <a:ext cx="4833720" cy="1161000"/>
            <a:chOff x="632160" y="4026240"/>
            <a:chExt cx="4833720" cy="1161000"/>
          </a:xfrm>
        </p:grpSpPr>
        <p:sp>
          <p:nvSpPr>
            <p:cNvPr id="245" name="TextBox 5"/>
            <p:cNvSpPr/>
            <p:nvPr/>
          </p:nvSpPr>
          <p:spPr>
            <a:xfrm>
              <a:off x="632160" y="4026240"/>
              <a:ext cx="2419560" cy="30744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uFillTx/>
                  <a:latin typeface="Calibri"/>
                </a:rPr>
                <a:t> </a:t>
              </a:r>
              <a:endParaRPr b="0" lang="en-US" sz="1800" strike="noStrike" u="none">
                <a:solidFill>
                  <a:srgbClr val="000000"/>
                </a:solidFill>
                <a:uFillTx/>
                <a:latin typeface="Arial"/>
              </a:endParaRPr>
            </a:p>
          </p:txBody>
        </p:sp>
        <p:sp>
          <p:nvSpPr>
            <p:cNvPr id="246" name="TextBox 9"/>
            <p:cNvSpPr/>
            <p:nvPr/>
          </p:nvSpPr>
          <p:spPr>
            <a:xfrm>
              <a:off x="986040" y="4404960"/>
              <a:ext cx="4479840" cy="782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200" strike="noStrike" u="none">
                  <a:solidFill>
                    <a:schemeClr val="dk1"/>
                  </a:solidFill>
                  <a:uFillTx/>
                  <a:latin typeface="Perpetua"/>
                </a:rPr>
                <a:t>Increase cwnd  by1 per transmission round</a:t>
              </a:r>
              <a:endParaRPr b="0" lang="en-US" sz="2200" strike="noStrike" u="none">
                <a:solidFill>
                  <a:srgbClr val="000000"/>
                </a:solidFill>
                <a:uFillTx/>
                <a:latin typeface="Arial"/>
              </a:endParaRPr>
            </a:p>
            <a:p>
              <a:pPr defTabSz="914400">
                <a:lnSpc>
                  <a:spcPct val="100000"/>
                </a:lnSpc>
              </a:pPr>
              <a:r>
                <a:rPr b="0" lang="en-US" sz="2200" strike="noStrike" u="none">
                  <a:solidFill>
                    <a:schemeClr val="dk1"/>
                  </a:solidFill>
                  <a:uFillTx/>
                  <a:latin typeface="Perpetua"/>
                </a:rPr>
                <a:t>That is, increase cwnd linearly</a:t>
              </a:r>
              <a:r>
                <a:rPr b="0" lang="en-US" sz="2200" strike="noStrike" u="none" baseline="50000">
                  <a:solidFill>
                    <a:schemeClr val="dk1"/>
                  </a:solidFill>
                  <a:uFillTx/>
                  <a:latin typeface="Perpetua"/>
                </a:rPr>
                <a:t>1</a:t>
              </a:r>
              <a:endParaRPr b="0" lang="en-US" sz="2200" strike="noStrike" u="none">
                <a:solidFill>
                  <a:srgbClr val="000000"/>
                </a:solidFill>
                <a:uFillTx/>
                <a:latin typeface="Arial"/>
              </a:endParaRPr>
            </a:p>
          </p:txBody>
        </p:sp>
      </p:grpSp>
      <p:sp>
        <p:nvSpPr>
          <p:cNvPr id="247" name="TextBox 14"/>
          <p:cNvSpPr/>
          <p:nvPr/>
        </p:nvSpPr>
        <p:spPr>
          <a:xfrm>
            <a:off x="959040" y="6359760"/>
            <a:ext cx="7687440" cy="303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400" strike="noStrike" u="none">
                <a:solidFill>
                  <a:schemeClr val="lt1">
                    <a:lumMod val="50000"/>
                  </a:schemeClr>
                </a:solidFill>
                <a:uFillTx/>
                <a:latin typeface="Comic Sans MS"/>
              </a:rPr>
              <a:t>1. Usually timeout and 3 duplicate ACK do not happen in slow start</a:t>
            </a:r>
            <a:endParaRPr b="0" lang="en-US" sz="1400" strike="noStrike" u="none">
              <a:solidFill>
                <a:srgbClr val="000000"/>
              </a:solidFill>
              <a:uFillTx/>
              <a:latin typeface="Arial"/>
            </a:endParaRPr>
          </a:p>
        </p:txBody>
      </p:sp>
      <p:pic>
        <p:nvPicPr>
          <p:cNvPr id="248" name="Picture 15" descr=""/>
          <p:cNvPicPr/>
          <p:nvPr/>
        </p:nvPicPr>
        <p:blipFill>
          <a:blip r:embed="rId2"/>
          <a:stretch/>
        </p:blipFill>
        <p:spPr>
          <a:xfrm>
            <a:off x="5997240" y="2648520"/>
            <a:ext cx="2817000" cy="2018880"/>
          </a:xfrm>
          <a:prstGeom prst="rect">
            <a:avLst/>
          </a:prstGeom>
          <a:noFill/>
          <a:ln w="0">
            <a:noFill/>
          </a:ln>
        </p:spPr>
      </p:pic>
      <p:sp>
        <p:nvSpPr>
          <p:cNvPr id="249" name="TextBox 16"/>
          <p:cNvSpPr/>
          <p:nvPr/>
        </p:nvSpPr>
        <p:spPr>
          <a:xfrm>
            <a:off x="5915520" y="4916160"/>
            <a:ext cx="268632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Perpetua"/>
              </a:rPr>
              <a:t>Fig.  2 Linear increase of cwnd</a:t>
            </a:r>
            <a:endParaRPr b="0" lang="en-US" sz="1800" strike="noStrike" u="none">
              <a:solidFill>
                <a:srgbClr val="000000"/>
              </a:solidFill>
              <a:uFillTx/>
              <a:latin typeface="Arial"/>
            </a:endParaRPr>
          </a:p>
        </p:txBody>
      </p:sp>
      <p:pic>
        <p:nvPicPr>
          <p:cNvPr id="250" name="" descr=""/>
          <p:cNvPicPr/>
          <p:nvPr/>
        </p:nvPicPr>
        <p:blipFill>
          <a:blip r:embed="rId3"/>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48"/>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249"/>
                                        </p:tgtEl>
                                        <p:attrNameLst>
                                          <p:attrName>style.visibility</p:attrName>
                                        </p:attrNameLst>
                                      </p:cBhvr>
                                      <p:to>
                                        <p:strVal val="visible"/>
                                      </p:to>
                                    </p:set>
                                  </p:childTnLst>
                                </p:cTn>
                              </p:par>
                              <p:par>
                                <p:cTn id="9" nodeType="withEffect" fill="hold" presetClass="entr" presetID="1">
                                  <p:stCondLst>
                                    <p:cond delay="0"/>
                                  </p:stCondLst>
                                  <p:childTnLst>
                                    <p:set>
                                      <p:cBhvr>
                                        <p:cTn id="10"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52"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TCP Reno</a:t>
            </a:r>
            <a:endParaRPr b="0" lang="en-US" sz="1800" strike="noStrike" u="none">
              <a:solidFill>
                <a:srgbClr val="000000"/>
              </a:solidFill>
              <a:uFillTx/>
              <a:latin typeface="Arial"/>
            </a:endParaRPr>
          </a:p>
        </p:txBody>
      </p:sp>
      <p:sp>
        <p:nvSpPr>
          <p:cNvPr id="253" name="Rectangle 5"/>
          <p:cNvSpPr/>
          <p:nvPr/>
        </p:nvSpPr>
        <p:spPr>
          <a:xfrm>
            <a:off x="0" y="2273760"/>
            <a:ext cx="5843880" cy="821160"/>
          </a:xfrm>
          <a:prstGeom prst="rect">
            <a:avLst/>
          </a:prstGeom>
          <a:noFill/>
          <a:ln w="0">
            <a:noFill/>
          </a:ln>
        </p:spPr>
        <p:style>
          <a:lnRef idx="0"/>
          <a:fillRef idx="0"/>
          <a:effectRef idx="0"/>
          <a:fontRef idx="minor"/>
        </p:style>
        <p:txBody>
          <a:bodyPr lIns="90000" rIns="90000" tIns="45000" bIns="45000" anchor="t">
            <a:spAutoFit/>
          </a:bodyPr>
          <a:p>
            <a:pPr marL="457200" defTabSz="914400">
              <a:lnSpc>
                <a:spcPct val="100000"/>
              </a:lnSpc>
            </a:pPr>
            <a:r>
              <a:rPr b="1" i="1" lang="en-US" sz="2400" strike="noStrike" u="none">
                <a:solidFill>
                  <a:srgbClr val="00b0f0"/>
                </a:solidFill>
                <a:uFillTx/>
                <a:latin typeface="Perpetua"/>
              </a:rPr>
              <a:t>How long does cwnd continue to be increased linearly?</a:t>
            </a:r>
            <a:endParaRPr b="0" lang="en-US" sz="2400" strike="noStrike" u="none">
              <a:solidFill>
                <a:srgbClr val="000000"/>
              </a:solidFill>
              <a:uFillTx/>
              <a:latin typeface="Arial"/>
            </a:endParaRPr>
          </a:p>
        </p:txBody>
      </p:sp>
      <p:sp>
        <p:nvSpPr>
          <p:cNvPr id="254" name="TextBox 2"/>
          <p:cNvSpPr/>
          <p:nvPr/>
        </p:nvSpPr>
        <p:spPr>
          <a:xfrm>
            <a:off x="1002960" y="3059640"/>
            <a:ext cx="3938760" cy="1095120"/>
          </a:xfrm>
          <a:prstGeom prst="rect">
            <a:avLst/>
          </a:prstGeom>
          <a:noFill/>
          <a:ln w="0">
            <a:noFill/>
          </a:ln>
        </p:spPr>
        <p:style>
          <a:lnRef idx="0"/>
          <a:fillRef idx="0"/>
          <a:effectRef idx="0"/>
          <a:fontRef idx="minor"/>
        </p:style>
        <p:txBody>
          <a:bodyPr wrap="none" lIns="90000" rIns="90000" tIns="45000" bIns="45000" anchor="t">
            <a:spAutoFit/>
          </a:bodyPr>
          <a:p>
            <a:pPr marL="343080" indent="-343080" defTabSz="914400">
              <a:lnSpc>
                <a:spcPct val="100000"/>
              </a:lnSpc>
              <a:buClr>
                <a:srgbClr val="000000"/>
              </a:buClr>
              <a:buFont typeface="Wingdings" charset="2"/>
              <a:buChar char=""/>
            </a:pPr>
            <a:r>
              <a:rPr b="0" lang="en-US" sz="2200" strike="noStrike" u="none">
                <a:solidFill>
                  <a:schemeClr val="dk1"/>
                </a:solidFill>
                <a:uFillTx/>
                <a:latin typeface="Perpetua"/>
              </a:rPr>
              <a:t>Until one of two incidents happen</a:t>
            </a:r>
            <a:endParaRPr b="0" lang="en-US" sz="2200" strike="noStrike" u="none">
              <a:solidFill>
                <a:srgbClr val="000000"/>
              </a:solidFill>
              <a:uFillTx/>
              <a:latin typeface="Arial"/>
            </a:endParaRPr>
          </a:p>
          <a:p>
            <a:pPr lvl="1" marL="800280" indent="-343080" defTabSz="914400">
              <a:lnSpc>
                <a:spcPct val="100000"/>
              </a:lnSpc>
              <a:buClr>
                <a:srgbClr val="000000"/>
              </a:buClr>
              <a:buFont typeface="Courier New"/>
              <a:buChar char="o"/>
            </a:pPr>
            <a:r>
              <a:rPr b="0" lang="en-US" sz="2200" strike="noStrike" u="none">
                <a:solidFill>
                  <a:schemeClr val="dk1"/>
                </a:solidFill>
                <a:uFillTx/>
                <a:latin typeface="Perpetua"/>
              </a:rPr>
              <a:t>Timeout</a:t>
            </a:r>
            <a:endParaRPr b="0" lang="en-US" sz="2200" strike="noStrike" u="none">
              <a:solidFill>
                <a:srgbClr val="000000"/>
              </a:solidFill>
              <a:uFillTx/>
              <a:latin typeface="Arial"/>
            </a:endParaRPr>
          </a:p>
          <a:p>
            <a:pPr lvl="1" marL="800280" indent="-343080" defTabSz="914400">
              <a:lnSpc>
                <a:spcPct val="100000"/>
              </a:lnSpc>
              <a:buClr>
                <a:srgbClr val="000000"/>
              </a:buClr>
              <a:buFont typeface="Courier New"/>
              <a:buChar char="o"/>
            </a:pPr>
            <a:r>
              <a:rPr b="0" lang="en-US" sz="2200" strike="noStrike" u="none">
                <a:solidFill>
                  <a:schemeClr val="dk1"/>
                </a:solidFill>
                <a:uFillTx/>
                <a:latin typeface="Perpetua"/>
              </a:rPr>
              <a:t>3 duplicate ACK</a:t>
            </a:r>
            <a:endParaRPr b="0" lang="en-US" sz="2200" strike="noStrike" u="none">
              <a:solidFill>
                <a:srgbClr val="000000"/>
              </a:solidFill>
              <a:uFillTx/>
              <a:latin typeface="Arial"/>
            </a:endParaRPr>
          </a:p>
        </p:txBody>
      </p:sp>
      <p:sp>
        <p:nvSpPr>
          <p:cNvPr id="255" name="Rectangle 7"/>
          <p:cNvSpPr/>
          <p:nvPr/>
        </p:nvSpPr>
        <p:spPr>
          <a:xfrm>
            <a:off x="496800" y="4180680"/>
            <a:ext cx="1978560" cy="759960"/>
          </a:xfrm>
          <a:prstGeom prst="rect">
            <a:avLst/>
          </a:prstGeom>
          <a:noFill/>
          <a:ln w="0">
            <a:noFill/>
          </a:ln>
        </p:spPr>
        <p:style>
          <a:lnRef idx="0"/>
          <a:fillRef idx="0"/>
          <a:effectRef idx="0"/>
          <a:fontRef idx="minor"/>
        </p:style>
        <p:txBody>
          <a:bodyPr wrap="none" lIns="90000" rIns="90000" tIns="45000" bIns="45000" anchor="t">
            <a:spAutoFit/>
          </a:bodyPr>
          <a:p>
            <a:pPr lvl="1" marL="800280" indent="-343080" defTabSz="914400">
              <a:lnSpc>
                <a:spcPct val="100000"/>
              </a:lnSpc>
              <a:buClr>
                <a:srgbClr val="000000"/>
              </a:buClr>
              <a:buFont typeface="Courier New"/>
              <a:buChar char="o"/>
            </a:pPr>
            <a:r>
              <a:rPr b="1" lang="en-US" sz="2200" strike="noStrike" u="none">
                <a:solidFill>
                  <a:schemeClr val="dk1"/>
                </a:solidFill>
                <a:uFillTx/>
                <a:latin typeface="Perpetua"/>
              </a:rPr>
              <a:t>Timeout</a:t>
            </a:r>
            <a:endParaRPr b="0" lang="en-US" sz="2200" strike="noStrike" u="none">
              <a:solidFill>
                <a:srgbClr val="000000"/>
              </a:solidFill>
              <a:uFillTx/>
              <a:latin typeface="Arial"/>
            </a:endParaRPr>
          </a:p>
          <a:p>
            <a:pPr defTabSz="914400">
              <a:lnSpc>
                <a:spcPct val="100000"/>
              </a:lnSpc>
            </a:pPr>
            <a:endParaRPr b="0" lang="en-US" sz="2200" strike="noStrike" u="none">
              <a:solidFill>
                <a:srgbClr val="000000"/>
              </a:solidFill>
              <a:uFillTx/>
              <a:latin typeface="Arial"/>
            </a:endParaRPr>
          </a:p>
        </p:txBody>
      </p:sp>
      <p:sp>
        <p:nvSpPr>
          <p:cNvPr id="256" name="TextBox 9"/>
          <p:cNvSpPr/>
          <p:nvPr/>
        </p:nvSpPr>
        <p:spPr>
          <a:xfrm>
            <a:off x="1739160" y="4568760"/>
            <a:ext cx="1963440" cy="5238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uFillTx/>
                <a:latin typeface="Calibri"/>
              </a:rPr>
              <a:t> </a:t>
            </a:r>
            <a:endParaRPr b="0" lang="en-US" sz="1800" strike="noStrike" u="none">
              <a:solidFill>
                <a:srgbClr val="000000"/>
              </a:solidFill>
              <a:uFillTx/>
              <a:latin typeface="Arial"/>
            </a:endParaRPr>
          </a:p>
        </p:txBody>
      </p:sp>
      <p:sp>
        <p:nvSpPr>
          <p:cNvPr id="257" name="TextBox 10"/>
          <p:cNvSpPr/>
          <p:nvPr/>
        </p:nvSpPr>
        <p:spPr>
          <a:xfrm>
            <a:off x="1811520" y="5187240"/>
            <a:ext cx="1527840" cy="27648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uFillTx/>
                <a:latin typeface="Calibri"/>
              </a:rPr>
              <a:t> </a:t>
            </a:r>
            <a:endParaRPr b="0" lang="en-US" sz="1800" strike="noStrike" u="none">
              <a:solidFill>
                <a:srgbClr val="000000"/>
              </a:solidFill>
              <a:uFillTx/>
              <a:latin typeface="Arial"/>
            </a:endParaRPr>
          </a:p>
        </p:txBody>
      </p:sp>
      <p:sp>
        <p:nvSpPr>
          <p:cNvPr id="258" name="TextBox 12"/>
          <p:cNvSpPr/>
          <p:nvPr/>
        </p:nvSpPr>
        <p:spPr>
          <a:xfrm>
            <a:off x="1748520" y="5558400"/>
            <a:ext cx="1711080" cy="4248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200" strike="noStrike" u="none">
                <a:solidFill>
                  <a:schemeClr val="dk1"/>
                </a:solidFill>
                <a:uFillTx/>
                <a:latin typeface="Perpetua"/>
              </a:rPr>
              <a:t>Start slow start</a:t>
            </a:r>
            <a:endParaRPr b="0" lang="en-US" sz="2200" strike="noStrike" u="none">
              <a:solidFill>
                <a:srgbClr val="000000"/>
              </a:solidFill>
              <a:uFillTx/>
              <a:latin typeface="Arial"/>
            </a:endParaRPr>
          </a:p>
        </p:txBody>
      </p:sp>
      <p:grpSp>
        <p:nvGrpSpPr>
          <p:cNvPr id="259" name="Group 16"/>
          <p:cNvGrpSpPr/>
          <p:nvPr/>
        </p:nvGrpSpPr>
        <p:grpSpPr>
          <a:xfrm>
            <a:off x="5006880" y="2341440"/>
            <a:ext cx="3486960" cy="2999160"/>
            <a:chOff x="5006880" y="2341440"/>
            <a:chExt cx="3486960" cy="2999160"/>
          </a:xfrm>
        </p:grpSpPr>
        <p:pic>
          <p:nvPicPr>
            <p:cNvPr id="260" name="Picture 2" descr="Scenario in TCP Tahoe, where congestion control reacts to a timed out ACK with a slow restart. "/>
            <p:cNvPicPr/>
            <p:nvPr/>
          </p:nvPicPr>
          <p:blipFill>
            <a:blip r:embed="rId3"/>
            <a:srcRect l="0" t="13721" r="0" b="0"/>
            <a:stretch/>
          </p:blipFill>
          <p:spPr>
            <a:xfrm>
              <a:off x="5150880" y="2341440"/>
              <a:ext cx="3342960" cy="2999160"/>
            </a:xfrm>
            <a:prstGeom prst="rect">
              <a:avLst/>
            </a:prstGeom>
            <a:noFill/>
            <a:ln w="0">
              <a:noFill/>
            </a:ln>
          </p:spPr>
        </p:pic>
        <p:sp>
          <p:nvSpPr>
            <p:cNvPr id="261" name="TextBox 6"/>
            <p:cNvSpPr/>
            <p:nvPr/>
          </p:nvSpPr>
          <p:spPr>
            <a:xfrm>
              <a:off x="5725080" y="2470680"/>
              <a:ext cx="947520" cy="363960"/>
            </a:xfrm>
            <a:prstGeom prst="rect">
              <a:avLst/>
            </a:prstGeom>
            <a:solidFill>
              <a:schemeClr val="bg1"/>
            </a:solid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Times New Roman"/>
                </a:rPr>
                <a:t>Timeout</a:t>
              </a:r>
              <a:endParaRPr b="0" lang="en-US" sz="1800" strike="noStrike" u="none">
                <a:solidFill>
                  <a:srgbClr val="000000"/>
                </a:solidFill>
                <a:uFillTx/>
                <a:latin typeface="Arial"/>
              </a:endParaRPr>
            </a:p>
          </p:txBody>
        </p:sp>
        <p:cxnSp>
          <p:nvCxnSpPr>
            <p:cNvPr id="262" name="Straight Connector 13"/>
            <p:cNvCxnSpPr/>
            <p:nvPr/>
          </p:nvCxnSpPr>
          <p:spPr>
            <a:xfrm>
              <a:off x="5843880" y="3319920"/>
              <a:ext cx="978840" cy="360"/>
            </a:xfrm>
            <a:prstGeom prst="straightConnector1">
              <a:avLst/>
            </a:prstGeom>
            <a:ln>
              <a:solidFill>
                <a:srgbClr val="ff0000"/>
              </a:solidFill>
              <a:prstDash val="dash"/>
              <a:round/>
            </a:ln>
          </p:spPr>
        </p:cxnSp>
        <p:cxnSp>
          <p:nvCxnSpPr>
            <p:cNvPr id="263" name="Straight Connector 15"/>
            <p:cNvCxnSpPr/>
            <p:nvPr/>
          </p:nvCxnSpPr>
          <p:spPr>
            <a:xfrm>
              <a:off x="7150320" y="3904920"/>
              <a:ext cx="978840" cy="360"/>
            </a:xfrm>
            <a:prstGeom prst="straightConnector1">
              <a:avLst/>
            </a:prstGeom>
            <a:ln>
              <a:solidFill>
                <a:srgbClr val="ff0000"/>
              </a:solidFill>
              <a:prstDash val="dash"/>
              <a:round/>
            </a:ln>
          </p:spPr>
        </p:cxnSp>
        <p:sp>
          <p:nvSpPr>
            <p:cNvPr id="264" name="TextBox 14"/>
            <p:cNvSpPr/>
            <p:nvPr/>
          </p:nvSpPr>
          <p:spPr>
            <a:xfrm>
              <a:off x="5006880" y="3027600"/>
              <a:ext cx="10152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Perpetua"/>
                </a:rPr>
                <a:t>Threshold</a:t>
              </a:r>
              <a:endParaRPr b="0" lang="en-US" sz="1800" strike="noStrike" u="none">
                <a:solidFill>
                  <a:srgbClr val="000000"/>
                </a:solidFill>
                <a:uFillTx/>
                <a:latin typeface="Arial"/>
              </a:endParaRPr>
            </a:p>
          </p:txBody>
        </p:sp>
      </p:grpSp>
      <p:sp>
        <p:nvSpPr>
          <p:cNvPr id="265" name="TextBox 18"/>
          <p:cNvSpPr/>
          <p:nvPr/>
        </p:nvSpPr>
        <p:spPr>
          <a:xfrm>
            <a:off x="5733360" y="5405760"/>
            <a:ext cx="150048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Fig. 3 Timeout</a:t>
            </a:r>
            <a:endParaRPr b="0" lang="en-US" sz="1800" strike="noStrike" u="none">
              <a:solidFill>
                <a:srgbClr val="000000"/>
              </a:solidFill>
              <a:uFillTx/>
              <a:latin typeface="Arial"/>
            </a:endParaRPr>
          </a:p>
        </p:txBody>
      </p:sp>
      <p:pic>
        <p:nvPicPr>
          <p:cNvPr id="266" name="" descr=""/>
          <p:cNvPicPr/>
          <p:nvPr/>
        </p:nvPicPr>
        <p:blipFill>
          <a:blip r:embed="rId4"/>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68"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TCP Reno</a:t>
            </a:r>
            <a:endParaRPr b="0" lang="en-US" sz="1800" strike="noStrike" u="none">
              <a:solidFill>
                <a:srgbClr val="000000"/>
              </a:solidFill>
              <a:uFillTx/>
              <a:latin typeface="Arial"/>
            </a:endParaRPr>
          </a:p>
        </p:txBody>
      </p:sp>
      <p:sp>
        <p:nvSpPr>
          <p:cNvPr id="269" name="Rectangle 5"/>
          <p:cNvSpPr/>
          <p:nvPr/>
        </p:nvSpPr>
        <p:spPr>
          <a:xfrm>
            <a:off x="220320" y="2428200"/>
            <a:ext cx="2879280" cy="759960"/>
          </a:xfrm>
          <a:prstGeom prst="rect">
            <a:avLst/>
          </a:prstGeom>
          <a:noFill/>
          <a:ln w="0">
            <a:noFill/>
          </a:ln>
        </p:spPr>
        <p:style>
          <a:lnRef idx="0"/>
          <a:fillRef idx="0"/>
          <a:effectRef idx="0"/>
          <a:fontRef idx="minor"/>
        </p:style>
        <p:txBody>
          <a:bodyPr wrap="none" lIns="90000" rIns="90000" tIns="45000" bIns="45000" anchor="t">
            <a:spAutoFit/>
          </a:bodyPr>
          <a:p>
            <a:pPr lvl="1" marL="800280" indent="-343080" defTabSz="914400">
              <a:lnSpc>
                <a:spcPct val="100000"/>
              </a:lnSpc>
              <a:buClr>
                <a:srgbClr val="000000"/>
              </a:buClr>
              <a:buFont typeface="Courier New"/>
              <a:buChar char="o"/>
            </a:pPr>
            <a:r>
              <a:rPr b="1" lang="en-US" sz="2200" strike="noStrike" u="none">
                <a:solidFill>
                  <a:schemeClr val="dk1"/>
                </a:solidFill>
                <a:uFillTx/>
                <a:latin typeface="Perpetua"/>
              </a:rPr>
              <a:t>3 duplicate ACK</a:t>
            </a:r>
            <a:endParaRPr b="0" lang="en-US" sz="2200" strike="noStrike" u="none">
              <a:solidFill>
                <a:srgbClr val="000000"/>
              </a:solidFill>
              <a:uFillTx/>
              <a:latin typeface="Arial"/>
            </a:endParaRPr>
          </a:p>
          <a:p>
            <a:pPr defTabSz="914400">
              <a:lnSpc>
                <a:spcPct val="100000"/>
              </a:lnSpc>
            </a:pPr>
            <a:endParaRPr b="0" lang="en-US" sz="2200" strike="noStrike" u="none">
              <a:solidFill>
                <a:srgbClr val="000000"/>
              </a:solidFill>
              <a:uFillTx/>
              <a:latin typeface="Arial"/>
            </a:endParaRPr>
          </a:p>
        </p:txBody>
      </p:sp>
      <p:sp>
        <p:nvSpPr>
          <p:cNvPr id="270" name="TextBox 6"/>
          <p:cNvSpPr/>
          <p:nvPr/>
        </p:nvSpPr>
        <p:spPr>
          <a:xfrm>
            <a:off x="1456200" y="2815920"/>
            <a:ext cx="1963440" cy="5238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uFillTx/>
                <a:latin typeface="Calibri"/>
              </a:rPr>
              <a:t> </a:t>
            </a:r>
            <a:endParaRPr b="0" lang="en-US" sz="1800" strike="noStrike" u="none">
              <a:solidFill>
                <a:srgbClr val="000000"/>
              </a:solidFill>
              <a:uFillTx/>
              <a:latin typeface="Arial"/>
            </a:endParaRPr>
          </a:p>
        </p:txBody>
      </p:sp>
      <p:sp>
        <p:nvSpPr>
          <p:cNvPr id="271" name="TextBox 7"/>
          <p:cNvSpPr/>
          <p:nvPr/>
        </p:nvSpPr>
        <p:spPr>
          <a:xfrm>
            <a:off x="1528200" y="3434400"/>
            <a:ext cx="1452240" cy="27648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uFillTx/>
                <a:latin typeface="Calibri"/>
              </a:rPr>
              <a:t> </a:t>
            </a:r>
            <a:endParaRPr b="0" lang="en-US" sz="1800" strike="noStrike" u="none">
              <a:solidFill>
                <a:srgbClr val="000000"/>
              </a:solidFill>
              <a:uFillTx/>
              <a:latin typeface="Arial"/>
            </a:endParaRPr>
          </a:p>
        </p:txBody>
      </p:sp>
      <p:sp>
        <p:nvSpPr>
          <p:cNvPr id="272" name="TextBox 21"/>
          <p:cNvSpPr/>
          <p:nvPr/>
        </p:nvSpPr>
        <p:spPr>
          <a:xfrm>
            <a:off x="1464840" y="3827520"/>
            <a:ext cx="2847600" cy="4248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200" strike="noStrike" u="none">
                <a:solidFill>
                  <a:schemeClr val="dk1"/>
                </a:solidFill>
                <a:uFillTx/>
                <a:latin typeface="Perpetua"/>
              </a:rPr>
              <a:t>Start congestion avoidance</a:t>
            </a:r>
            <a:endParaRPr b="0" lang="en-US" sz="2200" strike="noStrike" u="none">
              <a:solidFill>
                <a:srgbClr val="000000"/>
              </a:solidFill>
              <a:uFillTx/>
              <a:latin typeface="Arial"/>
            </a:endParaRPr>
          </a:p>
        </p:txBody>
      </p:sp>
      <p:sp>
        <p:nvSpPr>
          <p:cNvPr id="273" name="TextBox 25"/>
          <p:cNvSpPr/>
          <p:nvPr/>
        </p:nvSpPr>
        <p:spPr>
          <a:xfrm>
            <a:off x="5504400" y="5518440"/>
            <a:ext cx="21690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Fig. 4 3 duplicate ACK</a:t>
            </a:r>
            <a:endParaRPr b="0" lang="en-US" sz="1800" strike="noStrike" u="none">
              <a:solidFill>
                <a:srgbClr val="000000"/>
              </a:solidFill>
              <a:uFillTx/>
              <a:latin typeface="Arial"/>
            </a:endParaRPr>
          </a:p>
        </p:txBody>
      </p:sp>
      <p:grpSp>
        <p:nvGrpSpPr>
          <p:cNvPr id="274" name="Group 36"/>
          <p:cNvGrpSpPr/>
          <p:nvPr/>
        </p:nvGrpSpPr>
        <p:grpSpPr>
          <a:xfrm>
            <a:off x="4468320" y="2280960"/>
            <a:ext cx="4060080" cy="3225600"/>
            <a:chOff x="4468320" y="2280960"/>
            <a:chExt cx="4060080" cy="3225600"/>
          </a:xfrm>
        </p:grpSpPr>
        <p:pic>
          <p:nvPicPr>
            <p:cNvPr id="275" name="Picture 3" descr="A close up of a map&#10;&#10;Description automatically generated"/>
            <p:cNvPicPr/>
            <p:nvPr/>
          </p:nvPicPr>
          <p:blipFill>
            <a:blip r:embed="rId3"/>
            <a:stretch/>
          </p:blipFill>
          <p:spPr>
            <a:xfrm>
              <a:off x="4468320" y="2280960"/>
              <a:ext cx="4060080" cy="3045960"/>
            </a:xfrm>
            <a:prstGeom prst="rect">
              <a:avLst/>
            </a:prstGeom>
            <a:noFill/>
            <a:ln w="0">
              <a:noFill/>
            </a:ln>
          </p:spPr>
        </p:pic>
        <p:sp>
          <p:nvSpPr>
            <p:cNvPr id="276" name="TextBox 11"/>
            <p:cNvSpPr/>
            <p:nvPr/>
          </p:nvSpPr>
          <p:spPr>
            <a:xfrm>
              <a:off x="6324480" y="5142600"/>
              <a:ext cx="5288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RTT</a:t>
              </a:r>
              <a:endParaRPr b="0" lang="en-US" sz="1800" strike="noStrike" u="none">
                <a:solidFill>
                  <a:srgbClr val="000000"/>
                </a:solidFill>
                <a:uFillTx/>
                <a:latin typeface="Arial"/>
              </a:endParaRPr>
            </a:p>
          </p:txBody>
        </p:sp>
        <p:sp>
          <p:nvSpPr>
            <p:cNvPr id="277" name="TextBox 14"/>
            <p:cNvSpPr/>
            <p:nvPr/>
          </p:nvSpPr>
          <p:spPr>
            <a:xfrm rot="16200000">
              <a:off x="4309560" y="3529800"/>
              <a:ext cx="68112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cwnd</a:t>
              </a:r>
              <a:endParaRPr b="0" lang="en-US" sz="1800" strike="noStrike" u="none">
                <a:solidFill>
                  <a:srgbClr val="000000"/>
                </a:solidFill>
                <a:uFillTx/>
                <a:latin typeface="Arial"/>
              </a:endParaRPr>
            </a:p>
          </p:txBody>
        </p:sp>
        <p:cxnSp>
          <p:nvCxnSpPr>
            <p:cNvPr id="278" name="Straight Connector 26"/>
            <p:cNvCxnSpPr/>
            <p:nvPr/>
          </p:nvCxnSpPr>
          <p:spPr>
            <a:xfrm>
              <a:off x="6640920" y="3935160"/>
              <a:ext cx="779040" cy="360"/>
            </a:xfrm>
            <a:prstGeom prst="straightConnector1">
              <a:avLst/>
            </a:prstGeom>
            <a:ln>
              <a:solidFill>
                <a:srgbClr val="4a66ac"/>
              </a:solidFill>
              <a:prstDash val="dash"/>
              <a:round/>
            </a:ln>
          </p:spPr>
        </p:cxnSp>
        <p:cxnSp>
          <p:nvCxnSpPr>
            <p:cNvPr id="279" name="Straight Connector 27"/>
            <p:cNvCxnSpPr/>
            <p:nvPr/>
          </p:nvCxnSpPr>
          <p:spPr>
            <a:xfrm>
              <a:off x="5542560" y="3214440"/>
              <a:ext cx="779400" cy="360"/>
            </a:xfrm>
            <a:prstGeom prst="straightConnector1">
              <a:avLst/>
            </a:prstGeom>
            <a:ln>
              <a:solidFill>
                <a:srgbClr val="4a66ac"/>
              </a:solidFill>
              <a:prstDash val="dash"/>
              <a:round/>
            </a:ln>
          </p:spPr>
        </p:cxnSp>
        <p:sp>
          <p:nvSpPr>
            <p:cNvPr id="280" name="TextBox 28"/>
            <p:cNvSpPr/>
            <p:nvPr/>
          </p:nvSpPr>
          <p:spPr>
            <a:xfrm>
              <a:off x="5168160" y="2493360"/>
              <a:ext cx="1323000" cy="3031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400" strike="noStrike" u="none">
                  <a:solidFill>
                    <a:schemeClr val="dk1"/>
                  </a:solidFill>
                  <a:uFillTx/>
                  <a:latin typeface="Calibri"/>
                </a:rPr>
                <a:t>3-duplicate ACK</a:t>
              </a:r>
              <a:endParaRPr b="0" lang="en-US" sz="1400" strike="noStrike" u="none">
                <a:solidFill>
                  <a:srgbClr val="000000"/>
                </a:solidFill>
                <a:uFillTx/>
                <a:latin typeface="Arial"/>
              </a:endParaRPr>
            </a:p>
          </p:txBody>
        </p:sp>
        <p:cxnSp>
          <p:nvCxnSpPr>
            <p:cNvPr id="281" name="Straight Arrow Connector 30"/>
            <p:cNvCxnSpPr>
              <a:stCxn id="280" idx="3"/>
            </p:cNvCxnSpPr>
            <p:nvPr/>
          </p:nvCxnSpPr>
          <p:spPr>
            <a:xfrm>
              <a:off x="6491160" y="2644920"/>
              <a:ext cx="235080" cy="57960"/>
            </a:xfrm>
            <a:prstGeom prst="straightConnector1">
              <a:avLst/>
            </a:prstGeom>
            <a:ln>
              <a:solidFill>
                <a:srgbClr val="4a66ac"/>
              </a:solidFill>
              <a:round/>
              <a:tailEnd len="med" type="triangle" w="med"/>
            </a:ln>
          </p:spPr>
        </p:cxnSp>
        <p:sp>
          <p:nvSpPr>
            <p:cNvPr id="282" name="TextBox 34"/>
            <p:cNvSpPr/>
            <p:nvPr/>
          </p:nvSpPr>
          <p:spPr>
            <a:xfrm>
              <a:off x="7487640" y="3673440"/>
              <a:ext cx="51192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600" strike="noStrike" u="none">
                  <a:solidFill>
                    <a:schemeClr val="dk1"/>
                  </a:solidFill>
                  <a:uFillTx/>
                  <a:latin typeface="Calibri"/>
                </a:rPr>
                <a:t>ssth</a:t>
              </a:r>
              <a:endParaRPr b="0" lang="en-US" sz="1600" strike="noStrike" u="none">
                <a:solidFill>
                  <a:srgbClr val="000000"/>
                </a:solidFill>
                <a:uFillTx/>
                <a:latin typeface="Arial"/>
              </a:endParaRPr>
            </a:p>
          </p:txBody>
        </p:sp>
        <p:sp>
          <p:nvSpPr>
            <p:cNvPr id="283" name="TextBox 35"/>
            <p:cNvSpPr/>
            <p:nvPr/>
          </p:nvSpPr>
          <p:spPr>
            <a:xfrm>
              <a:off x="5027040" y="2986920"/>
              <a:ext cx="511920" cy="3333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600" strike="noStrike" u="none">
                  <a:solidFill>
                    <a:schemeClr val="dk1"/>
                  </a:solidFill>
                  <a:uFillTx/>
                  <a:latin typeface="Calibri"/>
                </a:rPr>
                <a:t>ssth</a:t>
              </a:r>
              <a:endParaRPr b="0" lang="en-US" sz="1600" strike="noStrike" u="none">
                <a:solidFill>
                  <a:srgbClr val="000000"/>
                </a:solidFill>
                <a:uFillTx/>
                <a:latin typeface="Arial"/>
              </a:endParaRPr>
            </a:p>
          </p:txBody>
        </p:sp>
      </p:grpSp>
      <p:pic>
        <p:nvPicPr>
          <p:cNvPr id="284" name="" descr=""/>
          <p:cNvPicPr/>
          <p:nvPr/>
        </p:nvPicPr>
        <p:blipFill>
          <a:blip r:embed="rId4"/>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Congestion Control</a:t>
            </a:r>
            <a:endParaRPr b="0" lang="en-US" sz="4200" strike="noStrike" u="none">
              <a:solidFill>
                <a:schemeClr val="dk1"/>
              </a:solidFill>
              <a:uFillTx/>
              <a:latin typeface="Calibri"/>
            </a:endParaRPr>
          </a:p>
        </p:txBody>
      </p:sp>
      <p:sp>
        <p:nvSpPr>
          <p:cNvPr id="286"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TCP Reno</a:t>
            </a:r>
            <a:endParaRPr b="0" lang="en-US" sz="1800" strike="noStrike" u="none">
              <a:solidFill>
                <a:srgbClr val="000000"/>
              </a:solidFill>
              <a:uFillTx/>
              <a:latin typeface="Arial"/>
            </a:endParaRPr>
          </a:p>
        </p:txBody>
      </p:sp>
      <p:pic>
        <p:nvPicPr>
          <p:cNvPr id="287" name="Picture 3" descr=""/>
          <p:cNvPicPr/>
          <p:nvPr/>
        </p:nvPicPr>
        <p:blipFill>
          <a:blip r:embed="rId1"/>
          <a:stretch/>
        </p:blipFill>
        <p:spPr>
          <a:xfrm>
            <a:off x="1153800" y="2384640"/>
            <a:ext cx="6204600" cy="2981880"/>
          </a:xfrm>
          <a:prstGeom prst="rect">
            <a:avLst/>
          </a:prstGeom>
          <a:noFill/>
          <a:ln w="0">
            <a:noFill/>
          </a:ln>
        </p:spPr>
      </p:pic>
      <p:sp>
        <p:nvSpPr>
          <p:cNvPr id="288" name="TextBox 2"/>
          <p:cNvSpPr/>
          <p:nvPr/>
        </p:nvSpPr>
        <p:spPr>
          <a:xfrm>
            <a:off x="2615760" y="5475600"/>
            <a:ext cx="238788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Fig. 5 TCP reno example</a:t>
            </a:r>
            <a:endParaRPr b="0" lang="en-US" sz="1800" strike="noStrike" u="none">
              <a:solidFill>
                <a:srgbClr val="000000"/>
              </a:solidFill>
              <a:uFillTx/>
              <a:latin typeface="Arial"/>
            </a:endParaRPr>
          </a:p>
        </p:txBody>
      </p:sp>
      <p:pic>
        <p:nvPicPr>
          <p:cNvPr id="289" name="" descr=""/>
          <p:cNvPicPr/>
          <p:nvPr/>
        </p:nvPicPr>
        <p:blipFill>
          <a:blip r:embed="rId2"/>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Homework</a:t>
            </a:r>
            <a:endParaRPr b="0" lang="en-US" sz="4200" strike="noStrike" u="none">
              <a:solidFill>
                <a:schemeClr val="dk1"/>
              </a:solidFill>
              <a:uFillTx/>
              <a:latin typeface="Calibri"/>
            </a:endParaRPr>
          </a:p>
        </p:txBody>
      </p:sp>
      <p:sp>
        <p:nvSpPr>
          <p:cNvPr id="291"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 </a:t>
            </a:r>
            <a:endParaRPr b="0" lang="en-US" sz="1800" strike="noStrike" u="none">
              <a:solidFill>
                <a:srgbClr val="000000"/>
              </a:solidFill>
              <a:uFillTx/>
              <a:latin typeface="Arial"/>
            </a:endParaRPr>
          </a:p>
        </p:txBody>
      </p:sp>
      <p:sp>
        <p:nvSpPr>
          <p:cNvPr id="292" name="TextBox 11"/>
          <p:cNvSpPr/>
          <p:nvPr/>
        </p:nvSpPr>
        <p:spPr>
          <a:xfrm>
            <a:off x="116280" y="1979640"/>
            <a:ext cx="6302520" cy="7297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2100" strike="noStrike" u="none">
                <a:solidFill>
                  <a:srgbClr val="0070c0"/>
                </a:solidFill>
                <a:uFillTx/>
                <a:latin typeface="Perpetua"/>
              </a:rPr>
              <a:t>Identify Timeout/3 duplicate ACK incidence.</a:t>
            </a:r>
            <a:endParaRPr b="0" lang="en-US" sz="2100" strike="noStrike" u="none">
              <a:solidFill>
                <a:srgbClr val="000000"/>
              </a:solidFill>
              <a:uFillTx/>
              <a:latin typeface="Arial"/>
            </a:endParaRPr>
          </a:p>
          <a:p>
            <a:pPr defTabSz="914400">
              <a:lnSpc>
                <a:spcPct val="100000"/>
              </a:lnSpc>
            </a:pPr>
            <a:r>
              <a:rPr b="1" lang="en-US" sz="2100" strike="noStrike" u="none">
                <a:solidFill>
                  <a:srgbClr val="0070c0"/>
                </a:solidFill>
                <a:uFillTx/>
                <a:latin typeface="Perpetua"/>
              </a:rPr>
              <a:t>Also identify slow start, congestion avoidance  period.</a:t>
            </a:r>
            <a:endParaRPr b="0" lang="en-US" sz="2100" strike="noStrike" u="none">
              <a:solidFill>
                <a:srgbClr val="000000"/>
              </a:solidFill>
              <a:uFillTx/>
              <a:latin typeface="Arial"/>
            </a:endParaRPr>
          </a:p>
        </p:txBody>
      </p:sp>
      <p:grpSp>
        <p:nvGrpSpPr>
          <p:cNvPr id="293" name="Group 14"/>
          <p:cNvGrpSpPr/>
          <p:nvPr/>
        </p:nvGrpSpPr>
        <p:grpSpPr>
          <a:xfrm>
            <a:off x="1269720" y="2748960"/>
            <a:ext cx="6166800" cy="3547800"/>
            <a:chOff x="1269720" y="2748960"/>
            <a:chExt cx="6166800" cy="3547800"/>
          </a:xfrm>
        </p:grpSpPr>
        <p:sp>
          <p:nvSpPr>
            <p:cNvPr id="294" name="TextBox 10"/>
            <p:cNvSpPr/>
            <p:nvPr/>
          </p:nvSpPr>
          <p:spPr>
            <a:xfrm rot="16200000">
              <a:off x="1110960" y="4061160"/>
              <a:ext cx="68112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cwnd</a:t>
              </a:r>
              <a:endParaRPr b="0" lang="en-US" sz="1800" strike="noStrike" u="none">
                <a:solidFill>
                  <a:srgbClr val="000000"/>
                </a:solidFill>
                <a:uFillTx/>
                <a:latin typeface="Arial"/>
              </a:endParaRPr>
            </a:p>
          </p:txBody>
        </p:sp>
        <p:grpSp>
          <p:nvGrpSpPr>
            <p:cNvPr id="295" name="Group 13"/>
            <p:cNvGrpSpPr/>
            <p:nvPr/>
          </p:nvGrpSpPr>
          <p:grpSpPr>
            <a:xfrm>
              <a:off x="1734120" y="2748960"/>
              <a:ext cx="5702400" cy="3547800"/>
              <a:chOff x="1734120" y="2748960"/>
              <a:chExt cx="5702400" cy="3547800"/>
            </a:xfrm>
          </p:grpSpPr>
          <p:grpSp>
            <p:nvGrpSpPr>
              <p:cNvPr id="296" name="Group 5"/>
              <p:cNvGrpSpPr/>
              <p:nvPr/>
            </p:nvGrpSpPr>
            <p:grpSpPr>
              <a:xfrm>
                <a:off x="1734120" y="2748960"/>
                <a:ext cx="5702400" cy="3401280"/>
                <a:chOff x="1734120" y="2748960"/>
                <a:chExt cx="5702400" cy="3401280"/>
              </a:xfrm>
            </p:grpSpPr>
            <p:pic>
              <p:nvPicPr>
                <p:cNvPr id="297" name="Picture 2" descr="Evolution of the window size in TCP Reno. It consists of slow start, congestion avoidance, fast retransmit, and fast recovery phase."/>
                <p:cNvPicPr/>
                <p:nvPr/>
              </p:nvPicPr>
              <p:blipFill>
                <a:blip r:embed="rId1"/>
                <a:stretch/>
              </p:blipFill>
              <p:spPr>
                <a:xfrm>
                  <a:off x="1734120" y="2748960"/>
                  <a:ext cx="5702400" cy="3387600"/>
                </a:xfrm>
                <a:prstGeom prst="rect">
                  <a:avLst/>
                </a:prstGeom>
                <a:noFill/>
                <a:ln w="0">
                  <a:noFill/>
                </a:ln>
              </p:spPr>
            </p:pic>
            <p:sp>
              <p:nvSpPr>
                <p:cNvPr id="298" name="TextBox 2"/>
                <p:cNvSpPr/>
                <p:nvPr/>
              </p:nvSpPr>
              <p:spPr>
                <a:xfrm>
                  <a:off x="2937600" y="4254840"/>
                  <a:ext cx="1349640" cy="21744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chemeClr val="dk1"/>
                    </a:solidFill>
                    <a:uFillTx/>
                    <a:latin typeface="Calibri"/>
                  </a:endParaRPr>
                </a:p>
              </p:txBody>
            </p:sp>
            <p:sp>
              <p:nvSpPr>
                <p:cNvPr id="299" name="TextBox 6"/>
                <p:cNvSpPr/>
                <p:nvPr/>
              </p:nvSpPr>
              <p:spPr>
                <a:xfrm>
                  <a:off x="4733640" y="3686760"/>
                  <a:ext cx="1349640" cy="21744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chemeClr val="dk1"/>
                    </a:solidFill>
                    <a:uFillTx/>
                    <a:latin typeface="Calibri"/>
                  </a:endParaRPr>
                </a:p>
              </p:txBody>
            </p:sp>
            <p:sp>
              <p:nvSpPr>
                <p:cNvPr id="300" name="TextBox 7"/>
                <p:cNvSpPr/>
                <p:nvPr/>
              </p:nvSpPr>
              <p:spPr>
                <a:xfrm>
                  <a:off x="1870560" y="2855880"/>
                  <a:ext cx="1839240" cy="91944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chemeClr val="dk1"/>
                    </a:solidFill>
                    <a:uFillTx/>
                    <a:latin typeface="Calibri"/>
                  </a:endParaRPr>
                </a:p>
              </p:txBody>
            </p:sp>
            <p:sp>
              <p:nvSpPr>
                <p:cNvPr id="301" name="TextBox 8"/>
                <p:cNvSpPr/>
                <p:nvPr/>
              </p:nvSpPr>
              <p:spPr>
                <a:xfrm>
                  <a:off x="1734120" y="5932800"/>
                  <a:ext cx="5132880" cy="21744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chemeClr val="dk1"/>
                    </a:solidFill>
                    <a:uFillTx/>
                    <a:latin typeface="Calibri"/>
                  </a:endParaRPr>
                </a:p>
              </p:txBody>
            </p:sp>
            <p:sp>
              <p:nvSpPr>
                <p:cNvPr id="302" name="TextBox 9"/>
                <p:cNvSpPr/>
                <p:nvPr/>
              </p:nvSpPr>
              <p:spPr>
                <a:xfrm>
                  <a:off x="3035520" y="5198040"/>
                  <a:ext cx="1447560" cy="493200"/>
                </a:xfrm>
                <a:prstGeom prst="rect">
                  <a:avLst/>
                </a:prstGeom>
                <a:solidFill>
                  <a:schemeClr val="bg1"/>
                </a:solid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chemeClr val="dk1"/>
                    </a:solidFill>
                    <a:uFillTx/>
                    <a:latin typeface="Calibri"/>
                  </a:endParaRPr>
                </a:p>
              </p:txBody>
            </p:sp>
          </p:grpSp>
          <p:sp>
            <p:nvSpPr>
              <p:cNvPr id="303" name="TextBox 12"/>
              <p:cNvSpPr/>
              <p:nvPr/>
            </p:nvSpPr>
            <p:spPr>
              <a:xfrm>
                <a:off x="3429720" y="5932800"/>
                <a:ext cx="14702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800" strike="noStrike" u="none">
                    <a:solidFill>
                      <a:schemeClr val="dk1"/>
                    </a:solidFill>
                    <a:uFillTx/>
                    <a:latin typeface="Calibri"/>
                  </a:rPr>
                  <a:t>Fig. 6 Exercise</a:t>
                </a:r>
                <a:endParaRPr b="0" lang="en-US" sz="1800" strike="noStrike" u="none">
                  <a:solidFill>
                    <a:srgbClr val="000000"/>
                  </a:solidFill>
                  <a:uFillTx/>
                  <a:latin typeface="Arial"/>
                </a:endParaRPr>
              </a:p>
            </p:txBody>
          </p:sp>
        </p:grpSp>
      </p:grpSp>
      <p:pic>
        <p:nvPicPr>
          <p:cNvPr id="304" name="" descr=""/>
          <p:cNvPicPr/>
          <p:nvPr/>
        </p:nvPicPr>
        <p:blipFill>
          <a:blip r:embed="rId2"/>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421200" y="448920"/>
            <a:ext cx="7808760" cy="1087920"/>
          </a:xfrm>
          <a:prstGeom prst="rect">
            <a:avLst/>
          </a:prstGeom>
          <a:noFill/>
          <a:ln w="0">
            <a:noFill/>
          </a:ln>
        </p:spPr>
        <p:txBody>
          <a:bodyPr lIns="91440" rIns="91440" tIns="45720" bIns="45720" anchor="b">
            <a:noAutofit/>
          </a:bodyPr>
          <a:p>
            <a:pPr indent="0" defTabSz="914400">
              <a:lnSpc>
                <a:spcPts val="4601"/>
              </a:lnSpc>
              <a:buNone/>
            </a:pPr>
            <a:r>
              <a:rPr b="0" lang="en-US" sz="4200" strike="noStrike" u="none">
                <a:solidFill>
                  <a:schemeClr val="lt1"/>
                </a:solidFill>
                <a:uFillTx/>
                <a:latin typeface="Corbel"/>
              </a:rPr>
              <a:t>Flow control</a:t>
            </a:r>
            <a:endParaRPr b="0" lang="en-US" sz="4200" strike="noStrike" u="none">
              <a:solidFill>
                <a:schemeClr val="dk1"/>
              </a:solidFill>
              <a:uFillTx/>
              <a:latin typeface="Calibri"/>
            </a:endParaRPr>
          </a:p>
        </p:txBody>
      </p:sp>
      <p:sp>
        <p:nvSpPr>
          <p:cNvPr id="306" name="PlaceHolder 2"/>
          <p:cNvSpPr>
            <a:spLocks noGrp="1"/>
          </p:cNvSpPr>
          <p:nvPr>
            <p:ph type="subTitle"/>
          </p:nvPr>
        </p:nvSpPr>
        <p:spPr>
          <a:xfrm>
            <a:off x="476280" y="1532520"/>
            <a:ext cx="7753680" cy="4842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en-US" sz="1800" strike="noStrike" u="none">
                <a:solidFill>
                  <a:schemeClr val="lt1"/>
                </a:solidFill>
                <a:uFillTx/>
                <a:latin typeface="Calibri"/>
              </a:rPr>
              <a:t> </a:t>
            </a:r>
            <a:endParaRPr b="0" lang="en-US" sz="1800" strike="noStrike" u="none">
              <a:solidFill>
                <a:srgbClr val="000000"/>
              </a:solidFill>
              <a:uFillTx/>
              <a:latin typeface="Arial"/>
            </a:endParaRPr>
          </a:p>
        </p:txBody>
      </p:sp>
      <p:sp>
        <p:nvSpPr>
          <p:cNvPr id="307" name="TextBox 3"/>
          <p:cNvSpPr/>
          <p:nvPr/>
        </p:nvSpPr>
        <p:spPr>
          <a:xfrm>
            <a:off x="304560" y="2017080"/>
            <a:ext cx="8897040" cy="3441600"/>
          </a:xfrm>
          <a:prstGeom prst="rect">
            <a:avLst/>
          </a:prstGeom>
          <a:noFill/>
          <a:ln w="0">
            <a:noFill/>
          </a:ln>
        </p:spPr>
        <p:style>
          <a:lnRef idx="0"/>
          <a:fillRef idx="0"/>
          <a:effectRef idx="0"/>
          <a:fontRef idx="minor"/>
        </p:style>
        <p:txBody>
          <a:bodyPr wrap="none" lIns="90000" rIns="90000" tIns="45000" bIns="45000" anchor="t">
            <a:spAutoFit/>
          </a:bodyPr>
          <a:p>
            <a:pPr marL="285840" indent="-285840" defTabSz="914400">
              <a:lnSpc>
                <a:spcPct val="100000"/>
              </a:lnSpc>
              <a:buClr>
                <a:srgbClr val="000000"/>
              </a:buClr>
              <a:buFont typeface="Wingdings" charset="2"/>
              <a:buChar char=""/>
            </a:pPr>
            <a:r>
              <a:rPr b="0" lang="en-US" sz="2400" strike="noStrike" u="none">
                <a:solidFill>
                  <a:schemeClr val="dk1"/>
                </a:solidFill>
                <a:uFillTx/>
                <a:latin typeface="Perpetua"/>
                <a:ea typeface="Permanent Marker"/>
              </a:rPr>
              <a:t>Send window</a:t>
            </a:r>
            <a:endParaRPr b="0" lang="en-US" sz="2400" strike="noStrike" u="none">
              <a:solidFill>
                <a:srgbClr val="000000"/>
              </a:solidFill>
              <a:uFillTx/>
              <a:latin typeface="Arial"/>
            </a:endParaRPr>
          </a:p>
          <a:p>
            <a:pPr lvl="1" marL="743040" indent="-285840" defTabSz="914400">
              <a:lnSpc>
                <a:spcPct val="100000"/>
              </a:lnSpc>
              <a:buClr>
                <a:srgbClr val="000000"/>
              </a:buClr>
              <a:buFont typeface="Courier New"/>
              <a:buChar char="o"/>
            </a:pPr>
            <a:r>
              <a:rPr b="0" lang="en-US" sz="2200" strike="noStrike" u="none">
                <a:solidFill>
                  <a:schemeClr val="dk1"/>
                </a:solidFill>
                <a:uFillTx/>
                <a:latin typeface="Perpetua"/>
                <a:ea typeface="Permanent Marker"/>
              </a:rPr>
              <a:t>Sequence of byte numbers  of which some are sent but yet to be acknowledged </a:t>
            </a:r>
            <a:endParaRPr b="0" lang="en-US" sz="2200" strike="noStrike" u="none">
              <a:solidFill>
                <a:srgbClr val="000000"/>
              </a:solidFill>
              <a:uFillTx/>
              <a:latin typeface="Arial"/>
            </a:endParaRPr>
          </a:p>
          <a:p>
            <a:pPr marL="457200" defTabSz="914400">
              <a:lnSpc>
                <a:spcPct val="100000"/>
              </a:lnSpc>
            </a:pPr>
            <a:r>
              <a:rPr b="0" lang="en-US" sz="2200" strike="noStrike" u="none">
                <a:solidFill>
                  <a:schemeClr val="dk1"/>
                </a:solidFill>
                <a:uFillTx/>
                <a:latin typeface="Perpetua"/>
                <a:ea typeface="Permanent Marker"/>
              </a:rPr>
              <a:t>     </a:t>
            </a:r>
            <a:r>
              <a:rPr b="0" lang="en-US" sz="2200" strike="noStrike" u="none">
                <a:solidFill>
                  <a:schemeClr val="dk1"/>
                </a:solidFill>
                <a:uFillTx/>
                <a:latin typeface="Perpetua"/>
                <a:ea typeface="Permanent Marker"/>
              </a:rPr>
              <a:t>while others are waiting to be sent</a:t>
            </a:r>
            <a:endParaRPr b="0" lang="en-US" sz="2200" strike="noStrike" u="none">
              <a:solidFill>
                <a:srgbClr val="000000"/>
              </a:solidFill>
              <a:uFillTx/>
              <a:latin typeface="Arial"/>
            </a:endParaRPr>
          </a:p>
          <a:p>
            <a:pPr lvl="1" marL="800280" indent="-343080" defTabSz="914400">
              <a:lnSpc>
                <a:spcPct val="100000"/>
              </a:lnSpc>
              <a:buClr>
                <a:srgbClr val="000000"/>
              </a:buClr>
              <a:buFont typeface="Courier New"/>
              <a:buChar char="o"/>
            </a:pPr>
            <a:r>
              <a:rPr b="0" lang="en-US" sz="2200" strike="noStrike" u="none">
                <a:solidFill>
                  <a:schemeClr val="dk1"/>
                </a:solidFill>
                <a:uFillTx/>
                <a:latin typeface="Perpetua"/>
                <a:ea typeface="Permanent Marker"/>
              </a:rPr>
              <a:t>Maintained by sender</a:t>
            </a:r>
            <a:endParaRPr b="0" lang="en-US" sz="2200" strike="noStrike" u="none">
              <a:solidFill>
                <a:srgbClr val="000000"/>
              </a:solidFill>
              <a:uFillTx/>
              <a:latin typeface="Arial"/>
            </a:endParaRPr>
          </a:p>
          <a:p>
            <a:pPr marL="457200" defTabSz="914400">
              <a:lnSpc>
                <a:spcPct val="100000"/>
              </a:lnSpc>
            </a:pPr>
            <a:endParaRPr b="0" lang="en-US" sz="2200" strike="noStrike" u="none">
              <a:solidFill>
                <a:srgbClr val="000000"/>
              </a:solidFill>
              <a:uFillTx/>
              <a:latin typeface="Arial"/>
            </a:endParaRPr>
          </a:p>
          <a:p>
            <a:pPr marL="343080" indent="-343080" defTabSz="914400">
              <a:lnSpc>
                <a:spcPct val="100000"/>
              </a:lnSpc>
              <a:buClr>
                <a:srgbClr val="000000"/>
              </a:buClr>
              <a:buFont typeface="Wingdings" charset="2"/>
              <a:buChar char=""/>
            </a:pPr>
            <a:r>
              <a:rPr b="0" lang="en-US" sz="2400" strike="noStrike" u="none">
                <a:solidFill>
                  <a:schemeClr val="dk1"/>
                </a:solidFill>
                <a:uFillTx/>
                <a:latin typeface="Perpetua"/>
                <a:ea typeface="Permanent Marker"/>
              </a:rPr>
              <a:t>Receive window</a:t>
            </a:r>
            <a:endParaRPr b="0" lang="en-US" sz="2400" strike="noStrike" u="none">
              <a:solidFill>
                <a:srgbClr val="000000"/>
              </a:solidFill>
              <a:uFillTx/>
              <a:latin typeface="Arial"/>
            </a:endParaRPr>
          </a:p>
          <a:p>
            <a:pPr lvl="1" marL="743040" indent="-285840" defTabSz="914400">
              <a:lnSpc>
                <a:spcPct val="100000"/>
              </a:lnSpc>
              <a:buClr>
                <a:srgbClr val="000000"/>
              </a:buClr>
              <a:buFont typeface="Courier New"/>
              <a:buChar char="o"/>
            </a:pPr>
            <a:r>
              <a:rPr b="0" lang="en-US" sz="2200" strike="noStrike" u="none">
                <a:solidFill>
                  <a:schemeClr val="dk1"/>
                </a:solidFill>
                <a:uFillTx/>
                <a:latin typeface="Perpetua"/>
                <a:ea typeface="Permanent Marker"/>
              </a:rPr>
              <a:t>Sequence of byte numbers  which are expected to be received</a:t>
            </a:r>
            <a:endParaRPr b="0" lang="en-US" sz="2200" strike="noStrike" u="none">
              <a:solidFill>
                <a:srgbClr val="000000"/>
              </a:solidFill>
              <a:uFillTx/>
              <a:latin typeface="Arial"/>
            </a:endParaRPr>
          </a:p>
          <a:p>
            <a:pPr lvl="1" marL="743040" indent="-285840" defTabSz="914400">
              <a:lnSpc>
                <a:spcPct val="100000"/>
              </a:lnSpc>
              <a:buClr>
                <a:srgbClr val="000000"/>
              </a:buClr>
              <a:buFont typeface="Courier New"/>
              <a:buChar char="o"/>
            </a:pPr>
            <a:r>
              <a:rPr b="0" lang="en-US" sz="2200" strike="noStrike" u="none">
                <a:solidFill>
                  <a:schemeClr val="dk1"/>
                </a:solidFill>
                <a:uFillTx/>
                <a:latin typeface="Perpetua"/>
                <a:ea typeface="Permanent Marker"/>
              </a:rPr>
              <a:t>Maintained by receiver</a:t>
            </a:r>
            <a:endParaRPr b="0" lang="en-US" sz="2200" strike="noStrike" u="none">
              <a:solidFill>
                <a:srgbClr val="000000"/>
              </a:solidFill>
              <a:uFillTx/>
              <a:latin typeface="Arial"/>
            </a:endParaRPr>
          </a:p>
          <a:p>
            <a:pPr marL="457200" defTabSz="914400">
              <a:lnSpc>
                <a:spcPct val="100000"/>
              </a:lnSpc>
            </a:pPr>
            <a:endParaRPr b="0" lang="en-US" sz="2200" strike="noStrike" u="none">
              <a:solidFill>
                <a:srgbClr val="000000"/>
              </a:solidFill>
              <a:uFillTx/>
              <a:latin typeface="Arial"/>
            </a:endParaRPr>
          </a:p>
          <a:p>
            <a:pPr defTabSz="914400">
              <a:lnSpc>
                <a:spcPct val="100000"/>
              </a:lnSpc>
            </a:pPr>
            <a:endParaRPr b="0" lang="en-US" sz="1800" strike="noStrike" u="none">
              <a:solidFill>
                <a:srgbClr val="000000"/>
              </a:solidFill>
              <a:uFillTx/>
              <a:latin typeface="Arial"/>
            </a:endParaRPr>
          </a:p>
        </p:txBody>
      </p:sp>
      <p:pic>
        <p:nvPicPr>
          <p:cNvPr id="308" name="" descr=""/>
          <p:cNvPicPr/>
          <p:nvPr/>
        </p:nvPicPr>
        <p:blipFill>
          <a:blip r:embed="rId1"/>
          <a:stretch/>
        </p:blipFill>
        <p:spPr>
          <a:xfrm>
            <a:off x="7391160" y="45720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Subtitle 2"/>
          <p:cNvSpPr/>
          <p:nvPr/>
        </p:nvSpPr>
        <p:spPr>
          <a:xfrm>
            <a:off x="335520" y="595080"/>
            <a:ext cx="3232440" cy="493200"/>
          </a:xfrm>
          <a:prstGeom prst="rect">
            <a:avLst/>
          </a:prstGeom>
          <a:noFill/>
          <a:ln w="0">
            <a:noFill/>
          </a:ln>
        </p:spPr>
        <p:style>
          <a:lnRef idx="0"/>
          <a:fillRef idx="0"/>
          <a:effectRef idx="0"/>
          <a:fontRef idx="minor"/>
        </p:style>
        <p:txBody>
          <a:bodyPr lIns="90000" rIns="90000" tIns="45000" bIns="45000" anchor="t">
            <a:normAutofit/>
          </a:bodyPr>
          <a:p>
            <a:pPr defTabSz="914400">
              <a:lnSpc>
                <a:spcPct val="100000"/>
              </a:lnSpc>
              <a:spcBef>
                <a:spcPts val="2001"/>
              </a:spcBef>
              <a:tabLst>
                <a:tab algn="l" pos="0"/>
              </a:tabLst>
            </a:pPr>
            <a:r>
              <a:rPr b="1" lang="en-US" sz="2600" strike="noStrike" u="none">
                <a:solidFill>
                  <a:schemeClr val="dk1"/>
                </a:solidFill>
                <a:uFillTx/>
                <a:latin typeface="Calibri"/>
              </a:rPr>
              <a:t>References</a:t>
            </a:r>
            <a:endParaRPr b="0" lang="en-US" sz="2600" strike="noStrike" u="none">
              <a:solidFill>
                <a:srgbClr val="000000"/>
              </a:solidFill>
              <a:uFillTx/>
              <a:latin typeface="Arial"/>
            </a:endParaRPr>
          </a:p>
        </p:txBody>
      </p:sp>
      <p:sp>
        <p:nvSpPr>
          <p:cNvPr id="310" name="Rectangle 1"/>
          <p:cNvSpPr/>
          <p:nvPr/>
        </p:nvSpPr>
        <p:spPr>
          <a:xfrm>
            <a:off x="335520" y="2032200"/>
            <a:ext cx="8612280" cy="475308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US" sz="1800" strike="noStrike" u="none">
                <a:solidFill>
                  <a:schemeClr val="dk1"/>
                </a:solidFill>
                <a:uFillTx/>
                <a:latin typeface="Calibri"/>
              </a:rPr>
              <a:t>[1] </a:t>
            </a:r>
            <a:r>
              <a:rPr b="0" lang="en-US" sz="1800" strike="noStrike" u="none">
                <a:solidFill>
                  <a:schemeClr val="dk1"/>
                </a:solidFill>
                <a:uFillTx/>
                <a:latin typeface="Times New Roman"/>
              </a:rPr>
              <a:t>B. A. Forouzan</a:t>
            </a:r>
            <a:r>
              <a:rPr b="0" i="1" lang="en-US" sz="1800" strike="noStrike" u="none">
                <a:solidFill>
                  <a:schemeClr val="dk1"/>
                </a:solidFill>
                <a:uFillTx/>
                <a:latin typeface="Times New Roman"/>
              </a:rPr>
              <a:t>, Data Communication and Networking, 4</a:t>
            </a:r>
            <a:r>
              <a:rPr b="0" lang="en-US" sz="1800" strike="noStrike" u="none" baseline="30000">
                <a:solidFill>
                  <a:schemeClr val="dk1"/>
                </a:solidFill>
                <a:uFillTx/>
                <a:latin typeface="Times New Roman"/>
              </a:rPr>
              <a:t>th</a:t>
            </a:r>
            <a:r>
              <a:rPr b="0" lang="en-US" sz="1800" strike="noStrike" u="none">
                <a:solidFill>
                  <a:schemeClr val="dk1"/>
                </a:solidFill>
                <a:uFillTx/>
                <a:latin typeface="Times New Roman"/>
              </a:rPr>
              <a:t> ed., Tata McGraw Hill  Companies, Inc.,  New Delhi, 2010, pp.  385.</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[2] A. S. Tanenbaum and D. J. Wetherall, </a:t>
            </a:r>
            <a:r>
              <a:rPr b="0" i="1" lang="en-US" sz="1800" strike="noStrike" u="none">
                <a:solidFill>
                  <a:schemeClr val="dk1"/>
                </a:solidFill>
                <a:uFillTx/>
                <a:latin typeface="Times New Roman"/>
              </a:rPr>
              <a:t>Computer Networks</a:t>
            </a:r>
            <a:r>
              <a:rPr b="0" lang="en-US" sz="1800" strike="noStrike" u="none">
                <a:solidFill>
                  <a:schemeClr val="dk1"/>
                </a:solidFill>
                <a:uFillTx/>
                <a:latin typeface="Times New Roman"/>
              </a:rPr>
              <a:t>,  5</a:t>
            </a:r>
            <a:r>
              <a:rPr b="0" lang="en-US" sz="1800" strike="noStrike" u="none" baseline="30000">
                <a:solidFill>
                  <a:schemeClr val="dk1"/>
                </a:solidFill>
                <a:uFillTx/>
                <a:latin typeface="Times New Roman"/>
              </a:rPr>
              <a:t>th</a:t>
            </a:r>
            <a:r>
              <a:rPr b="0" lang="en-US" sz="1800" strike="noStrike" u="none">
                <a:solidFill>
                  <a:schemeClr val="dk1"/>
                </a:solidFill>
                <a:uFillTx/>
                <a:latin typeface="Times New Roman"/>
              </a:rPr>
              <a:t> ed., Pearson          </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      </a:t>
            </a:r>
            <a:r>
              <a:rPr b="0" lang="en-US" sz="1800" strike="noStrike" u="none">
                <a:solidFill>
                  <a:schemeClr val="dk1"/>
                </a:solidFill>
                <a:uFillTx/>
                <a:latin typeface="Times New Roman"/>
              </a:rPr>
              <a:t>Education India, 2013, pp.  571-572.</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[3] J. F., Kurose and K. W. Ross</a:t>
            </a:r>
            <a:r>
              <a:rPr b="0" i="1" lang="en-US" sz="1800" strike="noStrike" u="none">
                <a:solidFill>
                  <a:schemeClr val="dk1"/>
                </a:solidFill>
                <a:uFillTx/>
                <a:latin typeface="Times New Roman"/>
              </a:rPr>
              <a:t>, Computer Networking: A Top-Down Approach,</a:t>
            </a:r>
            <a:r>
              <a:rPr b="0" lang="en-US" sz="1800" strike="noStrike" u="none">
                <a:solidFill>
                  <a:schemeClr val="dk1"/>
                </a:solidFill>
                <a:uFillTx/>
                <a:latin typeface="Times New Roman"/>
              </a:rPr>
              <a:t> 7</a:t>
            </a:r>
            <a:r>
              <a:rPr b="0" lang="en-US" sz="1800" strike="noStrike" u="none" baseline="30000">
                <a:solidFill>
                  <a:schemeClr val="dk1"/>
                </a:solidFill>
                <a:uFillTx/>
                <a:latin typeface="Times New Roman"/>
              </a:rPr>
              <a:t>th</a:t>
            </a:r>
            <a:r>
              <a:rPr b="0" lang="en-US" sz="1800" strike="noStrike" u="none">
                <a:solidFill>
                  <a:schemeClr val="dk1"/>
                </a:solidFill>
                <a:uFillTx/>
                <a:latin typeface="Times New Roman"/>
              </a:rPr>
              <a:t> ed.,        </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      </a:t>
            </a:r>
            <a:r>
              <a:rPr b="0" lang="en-US" sz="1800" strike="noStrike" u="none">
                <a:solidFill>
                  <a:schemeClr val="dk1"/>
                </a:solidFill>
                <a:uFillTx/>
                <a:latin typeface="Times New Roman"/>
              </a:rPr>
              <a:t>Pearson Education, Inc.,  USA, 2017, pp. 274-277.</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[4] D. Medhi and K. Ramassamy, Network Routing Algorithms, Protocols and  </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      </a:t>
            </a:r>
            <a:r>
              <a:rPr b="0" lang="en-US" sz="1800" strike="noStrike" u="none">
                <a:solidFill>
                  <a:schemeClr val="dk1"/>
                </a:solidFill>
                <a:uFillTx/>
                <a:latin typeface="Times New Roman"/>
              </a:rPr>
              <a:t>Archtectures,  2</a:t>
            </a:r>
            <a:r>
              <a:rPr b="0" lang="en-US" sz="1800" strike="noStrike" u="none" baseline="30000">
                <a:solidFill>
                  <a:schemeClr val="dk1"/>
                </a:solidFill>
                <a:uFillTx/>
                <a:latin typeface="Times New Roman"/>
              </a:rPr>
              <a:t>nd</a:t>
            </a:r>
            <a:r>
              <a:rPr b="0" lang="en-US" sz="1800" strike="noStrike" u="none">
                <a:solidFill>
                  <a:schemeClr val="dk1"/>
                </a:solidFill>
                <a:uFillTx/>
                <a:latin typeface="Times New Roman"/>
              </a:rPr>
              <a:t> ed.,  Elsevier Inc., 2018,  pp. 607-608.</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[5] D. Runemalm , D. M. Sarwar and M. Shalbaf,  “Decreasing the Hybrid-ARQ bandwidth   </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      </a:t>
            </a:r>
            <a:r>
              <a:rPr b="0" lang="en-US" sz="1800" strike="noStrike" u="none">
                <a:solidFill>
                  <a:schemeClr val="dk1"/>
                </a:solidFill>
                <a:uFillTx/>
                <a:latin typeface="Times New Roman"/>
              </a:rPr>
              <a:t>overhead through the Multiple Packet NAK (MPN) protocol”,     </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     </a:t>
            </a:r>
            <a:r>
              <a:rPr b="0" lang="en-US" sz="1800" strike="noStrike" u="none">
                <a:solidFill>
                  <a:schemeClr val="dk1"/>
                </a:solidFill>
                <a:uFillTx/>
                <a:latin typeface="Calibri"/>
              </a:rPr>
              <a:t>https://www.researchgate.net/publication/267554658 , [Accessed: April. 22, 2020]. </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Calibri"/>
              </a:rPr>
              <a:t>[6] </a:t>
            </a:r>
            <a:r>
              <a:rPr b="0" lang="en-US" sz="1800" strike="noStrike" u="none">
                <a:solidFill>
                  <a:schemeClr val="dk1"/>
                </a:solidFill>
                <a:uFillTx/>
                <a:latin typeface="Times New Roman"/>
              </a:rPr>
              <a:t>B. A. Forouzan</a:t>
            </a:r>
            <a:r>
              <a:rPr b="0" i="1" lang="en-US" sz="1800" strike="noStrike" u="none">
                <a:solidFill>
                  <a:schemeClr val="dk1"/>
                </a:solidFill>
                <a:uFillTx/>
                <a:latin typeface="Times New Roman"/>
              </a:rPr>
              <a:t>, TCP/IP Protocol Suite,  4</a:t>
            </a:r>
            <a:r>
              <a:rPr b="0" lang="en-US" sz="1800" strike="noStrike" u="none" baseline="30000">
                <a:solidFill>
                  <a:schemeClr val="dk1"/>
                </a:solidFill>
                <a:uFillTx/>
                <a:latin typeface="Times New Roman"/>
              </a:rPr>
              <a:t>th</a:t>
            </a:r>
            <a:r>
              <a:rPr b="0" lang="en-US" sz="1800" strike="noStrike" u="none">
                <a:solidFill>
                  <a:schemeClr val="dk1"/>
                </a:solidFill>
                <a:uFillTx/>
                <a:latin typeface="Times New Roman"/>
              </a:rPr>
              <a:t> ed., McGraw Hill  Companies, Inc., USA, </a:t>
            </a:r>
            <a:endParaRPr b="0" lang="en-US" sz="1800" strike="noStrike" u="none">
              <a:solidFill>
                <a:srgbClr val="000000"/>
              </a:solidFill>
              <a:uFillTx/>
              <a:latin typeface="Arial"/>
            </a:endParaRPr>
          </a:p>
          <a:p>
            <a:pPr algn="just" defTabSz="914400">
              <a:lnSpc>
                <a:spcPct val="100000"/>
              </a:lnSpc>
            </a:pPr>
            <a:r>
              <a:rPr b="0" lang="en-US" sz="1800" strike="noStrike" u="none">
                <a:solidFill>
                  <a:schemeClr val="dk1"/>
                </a:solidFill>
                <a:uFillTx/>
                <a:latin typeface="Times New Roman"/>
              </a:rPr>
              <a:t>      </a:t>
            </a:r>
            <a:r>
              <a:rPr b="0" lang="en-US" sz="1800" strike="noStrike" u="none">
                <a:solidFill>
                  <a:schemeClr val="dk1"/>
                </a:solidFill>
                <a:uFillTx/>
                <a:latin typeface="Times New Roman"/>
              </a:rPr>
              <a:t>2010, pp.  457-462.</a:t>
            </a:r>
            <a:endParaRPr b="0" lang="en-US" sz="1800" strike="noStrike" u="none">
              <a:solidFill>
                <a:srgbClr val="000000"/>
              </a:solidFill>
              <a:uFillTx/>
              <a:latin typeface="Arial"/>
            </a:endParaRPr>
          </a:p>
          <a:p>
            <a:pPr defTabSz="914400">
              <a:lnSpc>
                <a:spcPct val="100000"/>
              </a:lnSpc>
            </a:pPr>
            <a:br>
              <a:rPr sz="1800"/>
            </a:br>
            <a:endParaRPr b="0" lang="en-US" sz="1800" strike="noStrike" u="none">
              <a:solidFill>
                <a:srgbClr val="000000"/>
              </a:solidFill>
              <a:uFillTx/>
              <a:latin typeface="Arial"/>
            </a:endParaRPr>
          </a:p>
        </p:txBody>
      </p:sp>
      <p:pic>
        <p:nvPicPr>
          <p:cNvPr id="311" name="" descr=""/>
          <p:cNvPicPr/>
          <p:nvPr/>
        </p:nvPicPr>
        <p:blipFill>
          <a:blip r:embed="rId1"/>
          <a:stretch/>
        </p:blipFill>
        <p:spPr>
          <a:xfrm>
            <a:off x="7543800" y="7596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Subtitle 2"/>
          <p:cNvSpPr/>
          <p:nvPr/>
        </p:nvSpPr>
        <p:spPr>
          <a:xfrm>
            <a:off x="335520" y="595080"/>
            <a:ext cx="3232440" cy="493200"/>
          </a:xfrm>
          <a:prstGeom prst="rect">
            <a:avLst/>
          </a:prstGeom>
          <a:noFill/>
          <a:ln w="0">
            <a:noFill/>
          </a:ln>
        </p:spPr>
        <p:style>
          <a:lnRef idx="0"/>
          <a:fillRef idx="0"/>
          <a:effectRef idx="0"/>
          <a:fontRef idx="minor"/>
        </p:style>
        <p:txBody>
          <a:bodyPr lIns="90000" rIns="90000" tIns="45000" bIns="45000" anchor="t">
            <a:normAutofit/>
          </a:bodyPr>
          <a:p>
            <a:pPr defTabSz="914400">
              <a:lnSpc>
                <a:spcPct val="100000"/>
              </a:lnSpc>
              <a:spcBef>
                <a:spcPts val="2001"/>
              </a:spcBef>
              <a:tabLst>
                <a:tab algn="l" pos="0"/>
              </a:tabLst>
            </a:pPr>
            <a:r>
              <a:rPr b="1" lang="en-US" sz="2600" strike="noStrike" u="none">
                <a:solidFill>
                  <a:schemeClr val="dk1"/>
                </a:solidFill>
                <a:uFillTx/>
                <a:latin typeface="Calibri"/>
              </a:rPr>
              <a:t>Recommended Books</a:t>
            </a:r>
            <a:endParaRPr b="0" lang="en-US" sz="2600" strike="noStrike" u="none">
              <a:solidFill>
                <a:srgbClr val="000000"/>
              </a:solidFill>
              <a:uFillTx/>
              <a:latin typeface="Arial"/>
            </a:endParaRPr>
          </a:p>
        </p:txBody>
      </p:sp>
      <p:sp>
        <p:nvSpPr>
          <p:cNvPr id="313" name="Content Placeholder 2"/>
          <p:cNvSpPr/>
          <p:nvPr/>
        </p:nvSpPr>
        <p:spPr>
          <a:xfrm>
            <a:off x="234000" y="1373400"/>
            <a:ext cx="7886520" cy="4350960"/>
          </a:xfrm>
          <a:prstGeom prst="rect">
            <a:avLst/>
          </a:prstGeom>
          <a:noFill/>
          <a:ln w="0">
            <a:noFill/>
          </a:ln>
        </p:spPr>
        <p:style>
          <a:lnRef idx="0"/>
          <a:fillRef idx="0"/>
          <a:effectRef idx="0"/>
          <a:fontRef idx="minor"/>
        </p:style>
        <p:txBody>
          <a:bodyPr lIns="90000" rIns="90000" tIns="45000" bIns="45000" anchor="t">
            <a:normAutofit/>
          </a:bodyPr>
          <a:p>
            <a:pPr defTabSz="914400">
              <a:lnSpc>
                <a:spcPct val="100000"/>
              </a:lnSpc>
              <a:spcBef>
                <a:spcPts val="2001"/>
              </a:spcBef>
            </a:pPr>
            <a:endParaRPr b="0" lang="en-US" sz="2400" strike="noStrike" u="none">
              <a:solidFill>
                <a:srgbClr val="000000"/>
              </a:solidFill>
              <a:uFillTx/>
              <a:latin typeface="Arial"/>
            </a:endParaRPr>
          </a:p>
          <a:p>
            <a:pPr lvl="1" marL="728640" indent="-385920" algn="just" defTabSz="914400">
              <a:lnSpc>
                <a:spcPct val="100000"/>
              </a:lnSpc>
              <a:spcBef>
                <a:spcPts val="601"/>
              </a:spcBef>
              <a:buClr>
                <a:srgbClr val="404040"/>
              </a:buClr>
              <a:buSzPct val="90000"/>
              <a:buFont typeface="Corbel"/>
              <a:buAutoNum type="arabicPeriod"/>
            </a:pPr>
            <a:r>
              <a:rPr b="1" lang="en-US" sz="1500" strike="noStrike" u="none">
                <a:solidFill>
                  <a:schemeClr val="dk1">
                    <a:lumMod val="85000"/>
                    <a:lumOff val="15000"/>
                  </a:schemeClr>
                </a:solidFill>
                <a:uFillTx/>
                <a:latin typeface="Times New Roman"/>
              </a:rPr>
              <a:t>Data Communications and Networking</a:t>
            </a:r>
            <a:r>
              <a:rPr b="0" lang="en-US" sz="1500" strike="noStrike" u="none">
                <a:solidFill>
                  <a:schemeClr val="dk1">
                    <a:lumMod val="85000"/>
                    <a:lumOff val="15000"/>
                  </a:schemeClr>
                </a:solidFill>
                <a:uFillTx/>
                <a:latin typeface="Times New Roman"/>
              </a:rPr>
              <a:t>,</a:t>
            </a:r>
            <a:r>
              <a:rPr b="0" lang="en-US" sz="2200" strike="noStrike" u="none">
                <a:solidFill>
                  <a:schemeClr val="dk1">
                    <a:lumMod val="85000"/>
                    <a:lumOff val="15000"/>
                  </a:schemeClr>
                </a:solidFill>
                <a:uFillTx/>
                <a:latin typeface="Times New Roman"/>
              </a:rPr>
              <a:t> </a:t>
            </a:r>
            <a:r>
              <a:rPr b="0" i="1" lang="en-US" sz="1500" strike="noStrike" u="none">
                <a:solidFill>
                  <a:schemeClr val="dk1">
                    <a:lumMod val="85000"/>
                    <a:lumOff val="15000"/>
                  </a:schemeClr>
                </a:solidFill>
                <a:uFillTx/>
                <a:latin typeface="Times New Roman"/>
              </a:rPr>
              <a:t>B. A. Forouzan</a:t>
            </a:r>
            <a:r>
              <a:rPr b="0" lang="en-US" sz="1500" strike="noStrike" u="none">
                <a:solidFill>
                  <a:schemeClr val="dk1">
                    <a:lumMod val="85000"/>
                    <a:lumOff val="15000"/>
                  </a:schemeClr>
                </a:solidFill>
                <a:uFillTx/>
                <a:latin typeface="Times New Roman"/>
              </a:rPr>
              <a:t>, McGraw-Hill, Inc., Fourth Edition, 2007, USA.</a:t>
            </a:r>
            <a:endParaRPr b="0" lang="en-US" sz="1500" strike="noStrike" u="none">
              <a:solidFill>
                <a:srgbClr val="000000"/>
              </a:solidFill>
              <a:uFillTx/>
              <a:latin typeface="Arial"/>
            </a:endParaRPr>
          </a:p>
          <a:p>
            <a:pPr lvl="1" marL="728640" indent="-385920" algn="just" defTabSz="914400">
              <a:lnSpc>
                <a:spcPct val="100000"/>
              </a:lnSpc>
              <a:spcBef>
                <a:spcPts val="601"/>
              </a:spcBef>
              <a:buClr>
                <a:srgbClr val="404040"/>
              </a:buClr>
              <a:buSzPct val="90000"/>
              <a:buFont typeface="Corbel"/>
              <a:buAutoNum type="arabicPeriod"/>
            </a:pPr>
            <a:r>
              <a:rPr b="1" lang="en-US" sz="1500" strike="noStrike" u="none">
                <a:solidFill>
                  <a:schemeClr val="dk1">
                    <a:lumMod val="85000"/>
                    <a:lumOff val="15000"/>
                  </a:schemeClr>
                </a:solidFill>
                <a:uFillTx/>
                <a:latin typeface="Times New Roman"/>
              </a:rPr>
              <a:t>Computer Networking: A Top-Down Approach</a:t>
            </a:r>
            <a:r>
              <a:rPr b="0" lang="en-US" sz="1500" strike="noStrike" u="none">
                <a:solidFill>
                  <a:schemeClr val="dk1">
                    <a:lumMod val="85000"/>
                    <a:lumOff val="15000"/>
                  </a:schemeClr>
                </a:solidFill>
                <a:uFillTx/>
                <a:latin typeface="Times New Roman"/>
              </a:rPr>
              <a:t>, </a:t>
            </a:r>
            <a:r>
              <a:rPr b="0" i="1" lang="en-US" sz="1500" strike="noStrike" u="none">
                <a:solidFill>
                  <a:schemeClr val="dk1">
                    <a:lumMod val="85000"/>
                    <a:lumOff val="15000"/>
                  </a:schemeClr>
                </a:solidFill>
                <a:uFillTx/>
                <a:latin typeface="Times New Roman"/>
              </a:rPr>
              <a:t>J. F., Kurose, K. W. Ross</a:t>
            </a:r>
            <a:r>
              <a:rPr b="0" lang="en-US" sz="1500" strike="noStrike" u="none">
                <a:solidFill>
                  <a:schemeClr val="dk1">
                    <a:lumMod val="85000"/>
                    <a:lumOff val="15000"/>
                  </a:schemeClr>
                </a:solidFill>
                <a:uFillTx/>
                <a:latin typeface="Times New Roman"/>
              </a:rPr>
              <a:t>, Pearson Education, Inc., Sixth Edition, USA.</a:t>
            </a:r>
            <a:endParaRPr b="0" lang="en-US" sz="1500" strike="noStrike" u="none">
              <a:solidFill>
                <a:srgbClr val="000000"/>
              </a:solidFill>
              <a:uFillTx/>
              <a:latin typeface="Arial"/>
            </a:endParaRPr>
          </a:p>
          <a:p>
            <a:pPr lvl="1" marL="728640" indent="-385920" algn="just" defTabSz="914400">
              <a:lnSpc>
                <a:spcPct val="100000"/>
              </a:lnSpc>
              <a:spcBef>
                <a:spcPts val="601"/>
              </a:spcBef>
              <a:buClr>
                <a:srgbClr val="404040"/>
              </a:buClr>
              <a:buSzPct val="90000"/>
              <a:buFont typeface="Corbel"/>
              <a:buAutoNum type="arabicPeriod"/>
            </a:pPr>
            <a:r>
              <a:rPr b="1" lang="en-US" sz="1500" strike="noStrike" u="none">
                <a:solidFill>
                  <a:schemeClr val="dk1">
                    <a:lumMod val="85000"/>
                    <a:lumOff val="15000"/>
                  </a:schemeClr>
                </a:solidFill>
                <a:uFillTx/>
                <a:latin typeface="Times New Roman"/>
              </a:rPr>
              <a:t>Official Cert Guide CCNA 200-301 , vol. 1</a:t>
            </a:r>
            <a:r>
              <a:rPr b="0" lang="en-US" sz="1500" strike="noStrike" u="none">
                <a:solidFill>
                  <a:schemeClr val="dk1">
                    <a:lumMod val="85000"/>
                    <a:lumOff val="15000"/>
                  </a:schemeClr>
                </a:solidFill>
                <a:uFillTx/>
                <a:latin typeface="Times New Roman"/>
              </a:rPr>
              <a:t>, </a:t>
            </a:r>
            <a:r>
              <a:rPr b="0" i="1" lang="en-US" sz="1500" strike="noStrike" u="none">
                <a:solidFill>
                  <a:schemeClr val="dk1">
                    <a:lumMod val="85000"/>
                    <a:lumOff val="15000"/>
                  </a:schemeClr>
                </a:solidFill>
                <a:uFillTx/>
                <a:latin typeface="Times New Roman"/>
              </a:rPr>
              <a:t>W. Odom</a:t>
            </a:r>
            <a:r>
              <a:rPr b="0" lang="en-US" sz="1500" strike="noStrike" u="none">
                <a:solidFill>
                  <a:schemeClr val="dk1">
                    <a:lumMod val="85000"/>
                    <a:lumOff val="15000"/>
                  </a:schemeClr>
                </a:solidFill>
                <a:uFillTx/>
                <a:latin typeface="Times New Roman"/>
              </a:rPr>
              <a:t>, Cisco Press, First Edition, 2019, USA.</a:t>
            </a:r>
            <a:endParaRPr b="0" lang="en-US" sz="1500" strike="noStrike" u="none">
              <a:solidFill>
                <a:srgbClr val="000000"/>
              </a:solidFill>
              <a:uFillTx/>
              <a:latin typeface="Arial"/>
            </a:endParaRPr>
          </a:p>
          <a:p>
            <a:pPr lvl="1" marL="728640" indent="-385920" algn="just" defTabSz="914400">
              <a:lnSpc>
                <a:spcPct val="100000"/>
              </a:lnSpc>
              <a:spcBef>
                <a:spcPts val="601"/>
              </a:spcBef>
              <a:buClr>
                <a:srgbClr val="404040"/>
              </a:buClr>
              <a:buSzPct val="90000"/>
              <a:buFont typeface="Corbel"/>
              <a:buAutoNum type="arabicPeriod"/>
            </a:pPr>
            <a:r>
              <a:rPr b="1" lang="en-US" sz="1500" strike="noStrike" u="none">
                <a:solidFill>
                  <a:schemeClr val="dk1">
                    <a:lumMod val="85000"/>
                    <a:lumOff val="15000"/>
                  </a:schemeClr>
                </a:solidFill>
                <a:uFillTx/>
                <a:latin typeface="Times New Roman"/>
              </a:rPr>
              <a:t>CCNA Routing and Switching</a:t>
            </a:r>
            <a:r>
              <a:rPr b="0" lang="en-US" sz="1500" strike="noStrike" u="none">
                <a:solidFill>
                  <a:schemeClr val="dk1">
                    <a:lumMod val="85000"/>
                    <a:lumOff val="15000"/>
                  </a:schemeClr>
                </a:solidFill>
                <a:uFillTx/>
                <a:latin typeface="Times New Roman"/>
              </a:rPr>
              <a:t>, </a:t>
            </a:r>
            <a:r>
              <a:rPr b="0" i="1" lang="en-US" sz="1500" strike="noStrike" u="none">
                <a:solidFill>
                  <a:schemeClr val="dk1">
                    <a:lumMod val="85000"/>
                    <a:lumOff val="15000"/>
                  </a:schemeClr>
                </a:solidFill>
                <a:uFillTx/>
                <a:latin typeface="Times New Roman"/>
              </a:rPr>
              <a:t>T. Lammle</a:t>
            </a:r>
            <a:r>
              <a:rPr b="0" lang="en-US" sz="1500" strike="noStrike" u="none">
                <a:solidFill>
                  <a:schemeClr val="dk1">
                    <a:lumMod val="85000"/>
                    <a:lumOff val="15000"/>
                  </a:schemeClr>
                </a:solidFill>
                <a:uFillTx/>
                <a:latin typeface="Times New Roman"/>
              </a:rPr>
              <a:t>, John Wily &amp; Sons, Second Edition, 2016, USA.</a:t>
            </a:r>
            <a:endParaRPr b="0" lang="en-US" sz="1500" strike="noStrike" u="none">
              <a:solidFill>
                <a:srgbClr val="000000"/>
              </a:solidFill>
              <a:uFillTx/>
              <a:latin typeface="Arial"/>
            </a:endParaRPr>
          </a:p>
          <a:p>
            <a:pPr lvl="1" marL="728640" indent="-385920" algn="just" defTabSz="914400">
              <a:lnSpc>
                <a:spcPct val="100000"/>
              </a:lnSpc>
              <a:spcBef>
                <a:spcPts val="601"/>
              </a:spcBef>
              <a:buClr>
                <a:srgbClr val="404040"/>
              </a:buClr>
              <a:buSzPct val="90000"/>
              <a:buFont typeface="Corbel"/>
              <a:buAutoNum type="arabicPeriod"/>
            </a:pPr>
            <a:r>
              <a:rPr b="1" lang="en-US" sz="1500" strike="noStrike" u="none">
                <a:solidFill>
                  <a:schemeClr val="dk1">
                    <a:lumMod val="85000"/>
                    <a:lumOff val="15000"/>
                  </a:schemeClr>
                </a:solidFill>
                <a:uFillTx/>
                <a:latin typeface="Times New Roman"/>
              </a:rPr>
              <a:t>TCP/IP Protocol Suite</a:t>
            </a:r>
            <a:r>
              <a:rPr b="0" lang="en-US" sz="1500" strike="noStrike" u="none">
                <a:solidFill>
                  <a:schemeClr val="dk1">
                    <a:lumMod val="85000"/>
                    <a:lumOff val="15000"/>
                  </a:schemeClr>
                </a:solidFill>
                <a:uFillTx/>
                <a:latin typeface="Times New Roman"/>
              </a:rPr>
              <a:t>, </a:t>
            </a:r>
            <a:r>
              <a:rPr b="0" i="1" lang="en-US" sz="1500" strike="noStrike" u="none">
                <a:solidFill>
                  <a:schemeClr val="dk1">
                    <a:lumMod val="85000"/>
                    <a:lumOff val="15000"/>
                  </a:schemeClr>
                </a:solidFill>
                <a:uFillTx/>
                <a:latin typeface="Times New Roman"/>
              </a:rPr>
              <a:t>B. A. Forouzan</a:t>
            </a:r>
            <a:r>
              <a:rPr b="0" lang="en-US" sz="1500" strike="noStrike" u="none">
                <a:solidFill>
                  <a:schemeClr val="dk1">
                    <a:lumMod val="85000"/>
                    <a:lumOff val="15000"/>
                  </a:schemeClr>
                </a:solidFill>
                <a:uFillTx/>
                <a:latin typeface="Times New Roman"/>
              </a:rPr>
              <a:t>, McGraw-Hill, Inc., Fourth Edition, 2009, USA. </a:t>
            </a:r>
            <a:endParaRPr b="0" lang="en-US" sz="1500" strike="noStrike" u="none">
              <a:solidFill>
                <a:srgbClr val="000000"/>
              </a:solidFill>
              <a:uFillTx/>
              <a:latin typeface="Arial"/>
            </a:endParaRPr>
          </a:p>
          <a:p>
            <a:pPr lvl="1" marL="728640" indent="-385920" algn="just" defTabSz="914400">
              <a:lnSpc>
                <a:spcPct val="100000"/>
              </a:lnSpc>
              <a:spcBef>
                <a:spcPts val="601"/>
              </a:spcBef>
              <a:buClr>
                <a:srgbClr val="404040"/>
              </a:buClr>
              <a:buSzPct val="90000"/>
              <a:buFont typeface="Corbel"/>
              <a:buAutoNum type="arabicPeriod"/>
            </a:pPr>
            <a:r>
              <a:rPr b="1" lang="en-US" sz="1500" strike="noStrike" u="none">
                <a:solidFill>
                  <a:schemeClr val="dk1">
                    <a:lumMod val="85000"/>
                    <a:lumOff val="15000"/>
                  </a:schemeClr>
                </a:solidFill>
                <a:uFillTx/>
                <a:latin typeface="Times New Roman"/>
              </a:rPr>
              <a:t>Data and Computer Communication</a:t>
            </a:r>
            <a:r>
              <a:rPr b="0" lang="en-US" sz="1500" strike="noStrike" u="none">
                <a:solidFill>
                  <a:schemeClr val="dk1">
                    <a:lumMod val="85000"/>
                    <a:lumOff val="15000"/>
                  </a:schemeClr>
                </a:solidFill>
                <a:uFillTx/>
                <a:latin typeface="Times New Roman"/>
              </a:rPr>
              <a:t>, </a:t>
            </a:r>
            <a:r>
              <a:rPr b="0" i="1" lang="en-US" sz="1500" strike="noStrike" u="none">
                <a:solidFill>
                  <a:schemeClr val="dk1">
                    <a:lumMod val="85000"/>
                    <a:lumOff val="15000"/>
                  </a:schemeClr>
                </a:solidFill>
                <a:uFillTx/>
                <a:latin typeface="Times New Roman"/>
              </a:rPr>
              <a:t>W. Stallings</a:t>
            </a:r>
            <a:r>
              <a:rPr b="0" lang="en-US" sz="1500" strike="noStrike" u="none">
                <a:solidFill>
                  <a:schemeClr val="dk1">
                    <a:lumMod val="85000"/>
                    <a:lumOff val="15000"/>
                  </a:schemeClr>
                </a:solidFill>
                <a:uFillTx/>
                <a:latin typeface="Times New Roman"/>
              </a:rPr>
              <a:t>, Pearson Education, Inc., Tenth Education, 2013, USA.</a:t>
            </a:r>
            <a:endParaRPr b="0" lang="en-US" sz="1500" strike="noStrike" u="none">
              <a:solidFill>
                <a:srgbClr val="000000"/>
              </a:solidFill>
              <a:uFillTx/>
              <a:latin typeface="Arial"/>
            </a:endParaRPr>
          </a:p>
        </p:txBody>
      </p:sp>
      <p:pic>
        <p:nvPicPr>
          <p:cNvPr id="314" name="" descr=""/>
          <p:cNvPicPr/>
          <p:nvPr/>
        </p:nvPicPr>
        <p:blipFill>
          <a:blip r:embed="rId1"/>
          <a:stretch/>
        </p:blipFill>
        <p:spPr>
          <a:xfrm>
            <a:off x="7543800" y="75960"/>
            <a:ext cx="1524240" cy="15242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100000"/>
                <a:shade val="70000"/>
              </a:schemeClr>
            </a:gs>
            <a:gs pos="100000">
              <a:schemeClr val="phClr">
                <a:tint val="95000"/>
              </a:schemeClr>
            </a:gs>
          </a:gsLst>
          <a:lin ang="16200000" scaled="1"/>
          <a:tileRect l="0" t="0" r="0" b="0"/>
        </a:gradFill>
        <a:gradFill>
          <a:gsLst>
            <a:gs pos="0">
              <a:schemeClr val="phClr">
                <a:tint val="95000"/>
                <a:shade val="70000"/>
              </a:schemeClr>
            </a:gs>
            <a:gs pos="100000">
              <a:schemeClr val="phClr">
                <a:tint val="100000"/>
                <a:shade val="100000"/>
              </a:schemeClr>
            </a:gs>
          </a:gsLst>
          <a:lin ang="16200000" scaled="0"/>
          <a:tileRect l="0" t="0" r="0" b="0"/>
        </a:gradFill>
      </a:fillStyleLst>
      <a:lnStyleLst>
        <a:ln w="12700" cap="flat" cmpd="sng" algn="ctr">
          <a:prstDash val="solid"/>
        </a:ln>
        <a:ln w="25400" cap="flat" cmpd="sng" algn="ctr">
          <a:prstDash val="solid"/>
        </a:ln>
        <a:ln w="254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Spectrum.thmx</Template>
  <TotalTime>12759</TotalTime>
  <Application>LibreOffice/24.8.5.2$Windows_X86_64 LibreOffice_project/fddf2685c70b461e7832239a0162a77216259f22</Application>
  <AppVersion>15.0000</AppVersion>
  <Words>1850</Words>
  <Paragraphs>228</Paragraphs>
  <Company>home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2018-12-10T17:20:29Z</dcterms:created>
  <dc:creator>Mahbubul Syeed</dc:creator>
  <dc:description/>
  <dc:language>en-US</dc:language>
  <cp:lastModifiedBy/>
  <dcterms:modified xsi:type="dcterms:W3CDTF">2025-03-09T09:36:34Z</dcterms:modified>
  <cp:revision>100</cp:revision>
  <dc:subject/>
  <dc:title>Thesis Title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27</vt:i4>
  </property>
</Properties>
</file>